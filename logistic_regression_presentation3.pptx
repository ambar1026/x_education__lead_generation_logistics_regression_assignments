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1" r:id="rId2"/>
    <p:sldId id="2563" r:id="rId3"/>
    <p:sldId id="2564" r:id="rId4"/>
    <p:sldId id="2565" r:id="rId5"/>
    <p:sldId id="2569" r:id="rId6"/>
    <p:sldId id="2567" r:id="rId7"/>
    <p:sldId id="2570" r:id="rId8"/>
    <p:sldId id="2571" r:id="rId9"/>
    <p:sldId id="2572" r:id="rId10"/>
    <p:sldId id="257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ogistic Regression for Business and Technical Insights" id="{C1000822-97EE-4AD7-A401-6C312998A6C9}">
          <p14:sldIdLst>
            <p14:sldId id="2561"/>
          </p14:sldIdLst>
        </p14:section>
        <p14:section name="Logistic Regression for Sales Conversion Optimization" id="{2440E05D-A098-403C-8496-B77D670BF058}">
          <p14:sldIdLst>
            <p14:sldId id="2563"/>
            <p14:sldId id="2564"/>
            <p14:sldId id="2565"/>
            <p14:sldId id="2569"/>
            <p14:sldId id="2567"/>
            <p14:sldId id="2570"/>
            <p14:sldId id="2571"/>
            <p14:sldId id="2572"/>
            <p14:sldId id="25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96" y="4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095735-4665-441E-88D1-FD4CBA9D8CDF}" type="datetimeFigureOut">
              <a:t>8/21/2026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04E4BA-8C0A-4DEA-986F-AD62C8279EE4}" type="slidenum">
              <a:t>‹#›</a:t>
            </a:fld>
            <a:endParaRPr lang="en-US"/>
          </a:p>
        </p:txBody>
      </p:sp>
    </p:spTree>
    <p:extLst>
      <p:ext uri="{BB962C8B-B14F-4D97-AF65-F5344CB8AC3E}">
        <p14:creationId xmlns:p14="http://schemas.microsoft.com/office/powerpoint/2010/main" val="3985702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CB1D2052-CD8D-4F8E-B612-FA7794461B43}" type="slidenum">
              <a:t>1</a:t>
            </a:fld>
            <a:endParaRPr lang="en-US"/>
          </a:p>
        </p:txBody>
      </p:sp>
    </p:spTree>
    <p:extLst>
      <p:ext uri="{BB962C8B-B14F-4D97-AF65-F5344CB8AC3E}">
        <p14:creationId xmlns:p14="http://schemas.microsoft.com/office/powerpoint/2010/main" val="4114347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Logistic Regression is a widely used supervised machine learning algorithm primarily applied for binary classification problems. In a business context, especially in sales and marketing analytics, it plays a crucial role in predicting whether a customer is likely to convert or not. Unlike linear regression, which predicts continuous outcomes, logistic regression estimates the probability of a categorical outcome using a sigmoid function. This probability-based output makes it highly interpretable and actionable for business stakeholders. One of the biggest advantages of logistic regression is its simplicity and transparency, allowing business teams to understand the relationship between independent variables such as customer demographics, engagement behavior, and purchase history, and the dependent variable, which in this case is conversion. Moreover, logistic regression models can be deployed quickly and integrated into CRM systems to support real-time decision-making. From a strategic standpoint, organizations leverage this model to enhance customer targeting, improve campaign effectiveness, and allocate resources efficiently. By understanding which factors influence conversion, businesses gain deeper insights into customer behavior, enabling them to design personalized experiences. Overall, logistic regression acts as a bridge between data science and business strategy, helping companies make data-driven decisions that directly impact revenue growth and operational efficiency.</a:t>
            </a:r>
          </a:p>
        </p:txBody>
      </p:sp>
      <p:sp>
        <p:nvSpPr>
          <p:cNvPr id="4" name="Slide Number Placeholder 3"/>
          <p:cNvSpPr>
            <a:spLocks noGrp="1"/>
          </p:cNvSpPr>
          <p:nvPr>
            <p:ph type="sldNum" sz="quarter" idx="5"/>
          </p:nvPr>
        </p:nvSpPr>
        <p:spPr/>
        <p:txBody>
          <a:bodyPr/>
          <a:lstStyle/>
          <a:p>
            <a:fld id="{CB1D2052-CD8D-4F8E-B612-FA7794461B43}" type="slidenum">
              <a:t>2</a:t>
            </a:fld>
            <a:endParaRPr lang="en-US"/>
          </a:p>
        </p:txBody>
      </p:sp>
    </p:spTree>
    <p:extLst>
      <p:ext uri="{BB962C8B-B14F-4D97-AF65-F5344CB8AC3E}">
        <p14:creationId xmlns:p14="http://schemas.microsoft.com/office/powerpoint/2010/main" val="32770722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primary business challenge addressed in this presentation is improving the conversion rate of the sales team. Organizations often deal with large volumes of leads, but not all leads have the same probability of converting into customers. Without a data-driven approach, sales teams may spend time and effort on low-potential prospects, leading to inefficiencies and missed revenue opportunities. Logistic regression helps solve this problem by classifying customers into two categories: converted and non-converted. This classification enables businesses to prioritize high-quality leads and design targeted engagement strategies. Additionally, the model helps identify patterns such as which customer segments are more responsive, what channels drive higher conversions, and which behaviors indicate purchase intent. By incorporating predictive analytics into the sales workflow, organizations can shift from reactive to proactive decision-making. Another benefit is improved alignment between marketing and sales teams, as both can rely on a unified scoring mechanism. This reduces friction and enhances collaboration. Ultimately, addressing this problem leads to improved productivity, better customer experiences, and higher profitability. The use of logistic regression ensures that decisions are backed by data rather than intuition, making the sales process more efficient and scalable.</a:t>
            </a:r>
          </a:p>
        </p:txBody>
      </p:sp>
      <p:sp>
        <p:nvSpPr>
          <p:cNvPr id="4" name="Slide Number Placeholder 3"/>
          <p:cNvSpPr>
            <a:spLocks noGrp="1"/>
          </p:cNvSpPr>
          <p:nvPr>
            <p:ph type="sldNum" sz="quarter" idx="5"/>
          </p:nvPr>
        </p:nvSpPr>
        <p:spPr/>
        <p:txBody>
          <a:bodyPr/>
          <a:lstStyle/>
          <a:p>
            <a:fld id="{CB1D2052-CD8D-4F8E-B612-FA7794461B43}" type="slidenum">
              <a:t>3</a:t>
            </a:fld>
            <a:endParaRPr lang="en-US"/>
          </a:p>
        </p:txBody>
      </p:sp>
    </p:spTree>
    <p:extLst>
      <p:ext uri="{BB962C8B-B14F-4D97-AF65-F5344CB8AC3E}">
        <p14:creationId xmlns:p14="http://schemas.microsoft.com/office/powerpoint/2010/main" val="624692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Implementing logistic regression for customer classification delivers significant business value across multiple dimensions. First, it enables better lead prioritization by assigning probabilities to each prospect, allowing sales teams to focus on high-conversion opportunities. This directly increases conversion rates and revenue generation. Second, it improves the return on investment (ROI) for marketing campaigns by identifying which channels and strategies yield the best results. Businesses can reallocate budgets toward high-performing campaigns, reducing wasted spend. Third, it enhances customer experience through personalization, as insights from the model allow companies to tailor offerings based on predicted behavior. Additionally, logistic regression supports strategic decision-making by providing interpretable results, helping stakeholders understand the drivers of conversion. Another key advantage is cost reduction, as resources are used more efficiently and less effort is spent on unqualified leads. Over time, continuous model improvement through feedback loops ensures sustained performance and adaptability to changing market conditions. Furthermore, organizations can integrate these insights into automation tools, enabling real-time recommendations and dynamic customer engagement. Overall, the business impact includes increased efficiency, higher revenue, improved customer satisfaction, and stronger competitive advantage in the marketplace.</a:t>
            </a:r>
          </a:p>
        </p:txBody>
      </p:sp>
      <p:sp>
        <p:nvSpPr>
          <p:cNvPr id="4" name="Slide Number Placeholder 3"/>
          <p:cNvSpPr>
            <a:spLocks noGrp="1"/>
          </p:cNvSpPr>
          <p:nvPr>
            <p:ph type="sldNum" sz="quarter" idx="5"/>
          </p:nvPr>
        </p:nvSpPr>
        <p:spPr/>
        <p:txBody>
          <a:bodyPr/>
          <a:lstStyle/>
          <a:p>
            <a:fld id="{CB1D2052-CD8D-4F8E-B612-FA7794461B43}" type="slidenum">
              <a:t>4</a:t>
            </a:fld>
            <a:endParaRPr lang="en-US"/>
          </a:p>
        </p:txBody>
      </p:sp>
    </p:spTree>
    <p:extLst>
      <p:ext uri="{BB962C8B-B14F-4D97-AF65-F5344CB8AC3E}">
        <p14:creationId xmlns:p14="http://schemas.microsoft.com/office/powerpoint/2010/main" val="2270340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Exploratory Data Analysis (EDA) is a vital step in understanding the structure and characteristics of the dataset לפני building a logistic regression model. It involves summarizing and visualizing data to uncover patterns, trends, and anomalies. EDA helps analysts identify relationships between variables, detect outliers, and assess data quality. Common techniques include univariate analysis to understand individual feature distributions, and bivariate analysis to examine relationships between features and the target variable. Visualization tools such as histograms, box plots, and correlation heatmaps provide intuitive insights into the data. EDA also helps in identifying multicollinearity, which can negatively impact logistic regression models. By understanding feature relationships, analysts can make informed decisions about feature selection and transformation. Additionally, EDA provides business insights, such as which customer segments have higher conversion rates or which factors influence purchasing behavior. This step not only improves model performance but also enhances interpretability and stakeholder confidence. Ultimately, EDA bridges the gap between raw data and actionable insights, laying the foundation for successful machine learning implementation.</a:t>
            </a:r>
          </a:p>
        </p:txBody>
      </p:sp>
      <p:sp>
        <p:nvSpPr>
          <p:cNvPr id="4" name="Slide Number Placeholder 3"/>
          <p:cNvSpPr>
            <a:spLocks noGrp="1"/>
          </p:cNvSpPr>
          <p:nvPr>
            <p:ph type="sldNum" sz="quarter" idx="5"/>
          </p:nvPr>
        </p:nvSpPr>
        <p:spPr/>
        <p:txBody>
          <a:bodyPr/>
          <a:lstStyle/>
          <a:p>
            <a:fld id="{CB1D2052-CD8D-4F8E-B612-FA7794461B43}" type="slidenum">
              <a:t>5</a:t>
            </a:fld>
            <a:endParaRPr lang="en-US"/>
          </a:p>
        </p:txBody>
      </p:sp>
    </p:spTree>
    <p:extLst>
      <p:ext uri="{BB962C8B-B14F-4D97-AF65-F5344CB8AC3E}">
        <p14:creationId xmlns:p14="http://schemas.microsoft.com/office/powerpoint/2010/main" val="1670278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Data preparation is a critical step in building an effective logistic regression model, as the quality of input data directly impacts model performance. The process begins with data collection from various sources such as CRM systems, marketing platforms, and transactional databases. Once collected, data must be cleaned to remove inconsistencies, duplicates, and irrelevant information. Handling categorical variables is another essential aspect, often achieved through encoding techniques such as one-hot encoding or label encoding. Numerical variables may require normalization or scaling to ensure uniformity and improve model convergence. Feature engineering also plays a significant role, where new variables are derived from existing data to capture meaningful patterns. For example, combining customer behavior metrics can create more predictive features. Additionally, splitting the dataset into training and testing sets ensures that the model is evaluated on unseen data, providing a realistic measure of performance. Proper data preparation not only improves accuracy but also enhances model stability and interpretability. From a business standpoint, well-prepared data ensures reliable insights, enabling organizations to make informed decisions and maximize the effectiveness of their predictive models.</a:t>
            </a:r>
          </a:p>
        </p:txBody>
      </p:sp>
      <p:sp>
        <p:nvSpPr>
          <p:cNvPr id="4" name="Slide Number Placeholder 3"/>
          <p:cNvSpPr>
            <a:spLocks noGrp="1"/>
          </p:cNvSpPr>
          <p:nvPr>
            <p:ph type="sldNum" sz="quarter" idx="5"/>
          </p:nvPr>
        </p:nvSpPr>
        <p:spPr/>
        <p:txBody>
          <a:bodyPr/>
          <a:lstStyle/>
          <a:p>
            <a:fld id="{CB1D2052-CD8D-4F8E-B612-FA7794461B43}" type="slidenum">
              <a:t>6</a:t>
            </a:fld>
            <a:endParaRPr lang="en-US"/>
          </a:p>
        </p:txBody>
      </p:sp>
    </p:spTree>
    <p:extLst>
      <p:ext uri="{BB962C8B-B14F-4D97-AF65-F5344CB8AC3E}">
        <p14:creationId xmlns:p14="http://schemas.microsoft.com/office/powerpoint/2010/main" val="29051433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Feature selection is essential for improving the performance and interpretability of logistic regression models. Two commonly used techniques are Recursive Feature Elimination (RFE) and Variance Inflation Factor (VIF). RFE works by iteratively removing less important features based on model performance until the optimal subset is achieved. This helps in identifying the most significant predictors contributing to customer conversion. On the other hand, VIF is used to detect multicollinearity among independent variables. High multicollinearity can distort coefficient estimates and reduce model reliability. VIF measures how much the variance of a coefficient is increased due to correlation with other variables. Features with high VIF values are typically removed to ensure model stability. Combining RFE and VIF provides a robust approach to feature selection, resulting in a simpler and more efficient model. From a business perspective, selecting the right features ensures that the model focuses on the most impactful drivers of conversion, making insights more actionable. This step also reduces computational complexity and enhances the scalability of the solution in real-world applications.</a:t>
            </a:r>
          </a:p>
        </p:txBody>
      </p:sp>
      <p:sp>
        <p:nvSpPr>
          <p:cNvPr id="4" name="Slide Number Placeholder 3"/>
          <p:cNvSpPr>
            <a:spLocks noGrp="1"/>
          </p:cNvSpPr>
          <p:nvPr>
            <p:ph type="sldNum" sz="quarter" idx="5"/>
          </p:nvPr>
        </p:nvSpPr>
        <p:spPr/>
        <p:txBody>
          <a:bodyPr/>
          <a:lstStyle/>
          <a:p>
            <a:fld id="{CB1D2052-CD8D-4F8E-B612-FA7794461B43}" type="slidenum">
              <a:t>7</a:t>
            </a:fld>
            <a:endParaRPr lang="en-US"/>
          </a:p>
        </p:txBody>
      </p:sp>
    </p:spTree>
    <p:extLst>
      <p:ext uri="{BB962C8B-B14F-4D97-AF65-F5344CB8AC3E}">
        <p14:creationId xmlns:p14="http://schemas.microsoft.com/office/powerpoint/2010/main" val="30521848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Model building involves training the logistic regression algorithm on prepared data and evaluating its performance using appropriate metrics. The dataset is typically split into training and testing sets to ensure unbiased evaluation. During training, the model learns the relationship between input features and the target variable. Once trained, it is tested on unseen data to assess its predictive accuracy. Key evaluation metrics include accuracy, precision, recall, F1-score, and ROC-AUC. Each metric provides different insights; for example, precision indicates how many predicted conversions are correct, while recall measures how many actual conversions are captured. Threshold optimization is also important, as adjusting the probability cutoff can balance precision and recall based on business needs. Cross-validation techniques can further improve model reliability by ensuring consistent performance across different data subsets. From a business perspective, these evaluation steps ensure that the model meets performance expectations and can be trusted for decision-making. A well-evaluated model can significantly enhance sales strategies and improve overall business outcomes.</a:t>
            </a:r>
          </a:p>
        </p:txBody>
      </p:sp>
      <p:sp>
        <p:nvSpPr>
          <p:cNvPr id="4" name="Slide Number Placeholder 3"/>
          <p:cNvSpPr>
            <a:spLocks noGrp="1"/>
          </p:cNvSpPr>
          <p:nvPr>
            <p:ph type="sldNum" sz="quarter" idx="5"/>
          </p:nvPr>
        </p:nvSpPr>
        <p:spPr/>
        <p:txBody>
          <a:bodyPr/>
          <a:lstStyle/>
          <a:p>
            <a:fld id="{CB1D2052-CD8D-4F8E-B612-FA7794461B43}" type="slidenum">
              <a:t>8</a:t>
            </a:fld>
            <a:endParaRPr lang="en-US"/>
          </a:p>
        </p:txBody>
      </p:sp>
    </p:spTree>
    <p:extLst>
      <p:ext uri="{BB962C8B-B14F-4D97-AF65-F5344CB8AC3E}">
        <p14:creationId xmlns:p14="http://schemas.microsoft.com/office/powerpoint/2010/main" val="8941247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final outcome of implementing logistic regression in a business setting is the generation of actionable insights that drive measurable impact. By identifying high-potential customers, organizations can focus their efforts on leads with the highest likelihood of conversion, resulting in improved sales efficiency. The model also provides insights into key drivers of customer behavior, enabling businesses to refine their marketing strategies and product offerings. Additionally, continuous monitoring and updating of the model ensure that it adapts to changing customer preferences and market dynamics. Integration with business systems allows for real-time decision-making, enhancing responsiveness and agility. From a strategic standpoint, these insights contribute to better planning, resource allocation, and competitive positioning. The ability to quantify and predict customer behavior transforms the way organizations approach sales and marketing, shifting from intuition-based decisions to data-driven strategies. Ultimately, the use of logistic regression leads to increased conversion rates, higher revenue, and improved customer satisfaction, making it a valuable tool for both technical teams and business stakeholders.</a:t>
            </a:r>
          </a:p>
        </p:txBody>
      </p:sp>
      <p:sp>
        <p:nvSpPr>
          <p:cNvPr id="4" name="Slide Number Placeholder 3"/>
          <p:cNvSpPr>
            <a:spLocks noGrp="1"/>
          </p:cNvSpPr>
          <p:nvPr>
            <p:ph type="sldNum" sz="quarter" idx="5"/>
          </p:nvPr>
        </p:nvSpPr>
        <p:spPr/>
        <p:txBody>
          <a:bodyPr/>
          <a:lstStyle/>
          <a:p>
            <a:fld id="{CB1D2052-CD8D-4F8E-B612-FA7794461B43}" type="slidenum">
              <a:t>9</a:t>
            </a:fld>
            <a:endParaRPr lang="en-US"/>
          </a:p>
        </p:txBody>
      </p:sp>
    </p:spTree>
    <p:extLst>
      <p:ext uri="{BB962C8B-B14F-4D97-AF65-F5344CB8AC3E}">
        <p14:creationId xmlns:p14="http://schemas.microsoft.com/office/powerpoint/2010/main" val="14757309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67513" y="4592116"/>
            <a:ext cx="10872216" cy="976143"/>
          </a:xfrm>
        </p:spPr>
        <p:txBody>
          <a:bodyPr vert="horz" lIns="91440" tIns="45720" rIns="91440" bIns="45720" rtlCol="0" anchor="b">
            <a:normAutofit/>
          </a:bodyPr>
          <a:lstStyle>
            <a:lvl1pPr>
              <a:defRPr lang="en-US" sz="40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67511" y="5971761"/>
            <a:ext cx="10872217" cy="336287"/>
          </a:xfrm>
        </p:spPr>
        <p:txBody>
          <a:bodyPr vert="horz" lIns="91440" tIns="45720" rIns="91440" bIns="45720" rtlCol="0">
            <a:noAutofit/>
          </a:bodyPr>
          <a:lstStyle>
            <a:lvl1pPr marL="0" indent="0">
              <a:buNone/>
              <a:defRPr lang="en-US" sz="2000" dirty="0">
                <a:solidFill>
                  <a:schemeClr val="tx1"/>
                </a:solidFill>
              </a:defRPr>
            </a:lvl1pPr>
          </a:lstStyle>
          <a:p>
            <a:pPr lvl="0"/>
            <a:r>
              <a:rPr lang="en-US"/>
              <a:t>Click to edit Master subtitle style</a:t>
            </a:r>
          </a:p>
        </p:txBody>
      </p:sp>
      <p:sp>
        <p:nvSpPr>
          <p:cNvPr id="6" name="Slide Number Placeholder 5">
            <a:extLst>
              <a:ext uri="{FF2B5EF4-FFF2-40B4-BE49-F238E27FC236}">
                <a16:creationId xmlns:a16="http://schemas.microsoft.com/office/drawing/2014/main" id="{8439C8A7-72AC-0719-E46F-68CFF8D5F316}"/>
              </a:ext>
            </a:extLst>
          </p:cNvPr>
          <p:cNvSpPr>
            <a:spLocks noGrp="1"/>
          </p:cNvSpPr>
          <p:nvPr>
            <p:ph type="sldNum" sz="quarter" idx="16"/>
          </p:nvPr>
        </p:nvSpPr>
        <p:spPr/>
        <p:txBody>
          <a:bodyPr/>
          <a:lstStyle/>
          <a:p>
            <a:fld id="{7ECAF3DD-865B-4F9E-8AEE-28157E83B0D8}" type="slidenum">
              <a:rPr lang="en-US" smtClean="0"/>
              <a:pPr/>
              <a:t>‹#›</a:t>
            </a:fld>
            <a:endParaRPr lang="en-US"/>
          </a:p>
        </p:txBody>
      </p:sp>
      <p:sp>
        <p:nvSpPr>
          <p:cNvPr id="5" name="Footer Placeholder 4">
            <a:extLst>
              <a:ext uri="{FF2B5EF4-FFF2-40B4-BE49-F238E27FC236}">
                <a16:creationId xmlns:a16="http://schemas.microsoft.com/office/drawing/2014/main" id="{885DA28C-4307-6E8D-E3C0-B0F65FE46263}"/>
              </a:ext>
            </a:extLst>
          </p:cNvPr>
          <p:cNvSpPr>
            <a:spLocks noGrp="1"/>
          </p:cNvSpPr>
          <p:nvPr>
            <p:ph type="ftr" sz="quarter" idx="15"/>
          </p:nvPr>
        </p:nvSpPr>
        <p:spPr/>
        <p:txBody>
          <a:bodyPr/>
          <a:lstStyle/>
          <a:p>
            <a:r>
              <a:rPr lang="en-US"/>
              <a:t>Presentation title</a:t>
            </a:r>
          </a:p>
        </p:txBody>
      </p:sp>
      <p:sp>
        <p:nvSpPr>
          <p:cNvPr id="4" name="Date Placeholder 3">
            <a:extLst>
              <a:ext uri="{FF2B5EF4-FFF2-40B4-BE49-F238E27FC236}">
                <a16:creationId xmlns:a16="http://schemas.microsoft.com/office/drawing/2014/main" id="{D30A06B8-E88E-0500-3055-3E24279A6507}"/>
              </a:ext>
            </a:extLst>
          </p:cNvPr>
          <p:cNvSpPr>
            <a:spLocks noGrp="1"/>
          </p:cNvSpPr>
          <p:nvPr>
            <p:ph type="dt" sz="half" idx="14"/>
          </p:nvPr>
        </p:nvSpPr>
        <p:spPr/>
        <p:txBody>
          <a:bodyPr/>
          <a:lstStyle/>
          <a:p>
            <a:fld id="{DEE4FD85-5D6D-4FA4-A373-26EC0F227592}" type="datetime1">
              <a:rPr lang="en-US" smtClean="0"/>
              <a:pPr/>
              <a:t>8/21/2026</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67513" y="1260124"/>
            <a:ext cx="10872216" cy="3012032"/>
          </a:xfrm>
          <a:blipFill>
            <a:blip r:embed="rId2">
              <a:alphaModFix amt="7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7434821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b">
            <a:normAutofit/>
          </a:bodyPr>
          <a:lstStyle>
            <a:lvl1pPr>
              <a:defRPr sz="4000"/>
            </a:lvl1pPr>
          </a:lstStyle>
          <a:p>
            <a:r>
              <a:rPr lang="en-US"/>
              <a:t>Click to edit Master title style</a:t>
            </a:r>
          </a:p>
        </p:txBody>
      </p:sp>
      <p:sp>
        <p:nvSpPr>
          <p:cNvPr id="6" name="Slide Number Placeholder 5">
            <a:extLst>
              <a:ext uri="{FF2B5EF4-FFF2-40B4-BE49-F238E27FC236}">
                <a16:creationId xmlns:a16="http://schemas.microsoft.com/office/drawing/2014/main" id="{6950CABD-2C3E-3981-7474-14066C60A592}"/>
              </a:ext>
            </a:extLst>
          </p:cNvPr>
          <p:cNvSpPr>
            <a:spLocks noGrp="1"/>
          </p:cNvSpPr>
          <p:nvPr>
            <p:ph type="sldNum" sz="quarter" idx="12"/>
          </p:nvPr>
        </p:nvSpPr>
        <p:spPr/>
        <p:txBody>
          <a:bodyPr/>
          <a:lstStyle/>
          <a:p>
            <a:fld id="{7ECAF3DD-865B-4F9E-8AEE-28157E83B0D8}" type="slidenum">
              <a:rPr lang="en-US" smtClean="0"/>
              <a:pPr/>
              <a:t>‹#›</a:t>
            </a:fld>
            <a:endParaRPr lang="en-US"/>
          </a:p>
        </p:txBody>
      </p:sp>
      <p:sp>
        <p:nvSpPr>
          <p:cNvPr id="5" name="Footer Placeholder 4">
            <a:extLst>
              <a:ext uri="{FF2B5EF4-FFF2-40B4-BE49-F238E27FC236}">
                <a16:creationId xmlns:a16="http://schemas.microsoft.com/office/drawing/2014/main" id="{2CAEF4C9-A376-49B1-2605-259BE261D55C}"/>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F9BF5E17-B569-458A-61B5-EBD7257A6392}"/>
              </a:ext>
            </a:extLst>
          </p:cNvPr>
          <p:cNvSpPr>
            <a:spLocks noGrp="1"/>
          </p:cNvSpPr>
          <p:nvPr>
            <p:ph type="dt" sz="half" idx="10"/>
          </p:nvPr>
        </p:nvSpPr>
        <p:spPr/>
        <p:txBody>
          <a:bodyPr/>
          <a:lstStyle/>
          <a:p>
            <a:fld id="{DEE4FD85-5D6D-4FA4-A373-26EC0F227592}" type="datetime1">
              <a:rPr lang="en-US" smtClean="0"/>
              <a:pPr/>
              <a:t>8/21/2026</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9254524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85432" y="1260123"/>
            <a:ext cx="4639056" cy="3331993"/>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85430" y="5276167"/>
            <a:ext cx="4639057" cy="1004012"/>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12" name="Slide Number Placeholder 5">
            <a:extLst>
              <a:ext uri="{FF2B5EF4-FFF2-40B4-BE49-F238E27FC236}">
                <a16:creationId xmlns:a16="http://schemas.microsoft.com/office/drawing/2014/main" id="{DE9EE4A5-77BA-B98A-B7C9-E73454ECBFF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903044E3-8B6D-8A14-DF79-CAB3CCD720D7}"/>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D5ABF2A6-C99B-8F4B-07CD-C27BE4C33A3B}"/>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C49802C6-10E7-4049-A420-490D82DD2D49}" type="datetime1">
              <a:rPr lang="en-US" smtClean="0"/>
              <a:t>8/21/2026</a:t>
            </a:fld>
            <a:endParaRPr lang="en-US"/>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667511" y="1260122"/>
            <a:ext cx="5897881" cy="5020057"/>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9101096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24216" y="1260124"/>
            <a:ext cx="3700272" cy="2996802"/>
          </a:xfrm>
        </p:spPr>
        <p:txBody>
          <a:bodyPr vert="horz" lIns="91440" tIns="45720" rIns="91440" bIns="45720" rtlCol="0" anchor="b">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24216" y="4576885"/>
            <a:ext cx="3700273" cy="1703294"/>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12" name="Slide Number Placeholder 5">
            <a:extLst>
              <a:ext uri="{FF2B5EF4-FFF2-40B4-BE49-F238E27FC236}">
                <a16:creationId xmlns:a16="http://schemas.microsoft.com/office/drawing/2014/main" id="{8998A4B6-1ED2-0175-5171-79D752A4BF4B}"/>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B87DA747-225E-C3D7-9B45-5A82A81437B0}"/>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506E5107-A554-D167-5D26-04303F09940C}"/>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2F55ADCF-3664-4479-8ED8-BAA5E6653B62}" type="datetime1">
              <a:rPr lang="en-US" smtClean="0"/>
              <a:t>8/21/2026</a:t>
            </a:fld>
            <a:endParaRPr lang="en-US"/>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667512" y="1260122"/>
            <a:ext cx="6780009" cy="5020057"/>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94857748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67512" y="1261872"/>
            <a:ext cx="5897880" cy="2996266"/>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67510" y="4592115"/>
            <a:ext cx="5897882" cy="1688063"/>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13" name="Slide Number Placeholder 5">
            <a:extLst>
              <a:ext uri="{FF2B5EF4-FFF2-40B4-BE49-F238E27FC236}">
                <a16:creationId xmlns:a16="http://schemas.microsoft.com/office/drawing/2014/main" id="{92E398B4-AE63-C902-83C3-1A4A85D8BA9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714AAA3B-0D59-4204-802D-5471962CF6D9}"/>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031F4DFA-B85C-EFE8-48B9-F27537048D33}"/>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CECF7E77-8611-47D0-A92F-5C18E9C5DC54}" type="datetime1">
              <a:rPr lang="en-US" smtClean="0"/>
              <a:t>8/21/2026</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885432" y="1261872"/>
            <a:ext cx="4654296" cy="5018306"/>
          </a:xfrm>
          <a:blipFill>
            <a:blip r:embed="rId2">
              <a:alphaModFix amt="7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5225087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6">
    <p:bg>
      <p:bgRef idx="1001">
        <a:schemeClr val="bg1"/>
      </p:bgRef>
    </p:bg>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30C5601D-25D6-0852-460F-4F5EDDCA5278}"/>
              </a:ext>
            </a:extLst>
          </p:cNvPr>
          <p:cNvSpPr>
            <a:spLocks noGrp="1"/>
          </p:cNvSpPr>
          <p:nvPr>
            <p:ph type="pic" sz="quarter" idx="13" hasCustomPrompt="1"/>
          </p:nvPr>
        </p:nvSpPr>
        <p:spPr>
          <a:xfrm>
            <a:off x="0" y="0"/>
            <a:ext cx="12192000" cy="6858000"/>
          </a:xfrm>
          <a:custGeom>
            <a:avLst/>
            <a:gdLst>
              <a:gd name="csX0" fmla="*/ 650748 w 12192000"/>
              <a:gd name="csY0" fmla="*/ 557784 h 6858000"/>
              <a:gd name="csX1" fmla="*/ 650748 w 12192000"/>
              <a:gd name="csY1" fmla="*/ 566928 h 6858000"/>
              <a:gd name="csX2" fmla="*/ 11541252 w 12192000"/>
              <a:gd name="csY2" fmla="*/ 566928 h 6858000"/>
              <a:gd name="csX3" fmla="*/ 11541252 w 12192000"/>
              <a:gd name="csY3" fmla="*/ 557784 h 6858000"/>
              <a:gd name="csX4" fmla="*/ 0 w 12192000"/>
              <a:gd name="csY4" fmla="*/ 0 h 6858000"/>
              <a:gd name="csX5" fmla="*/ 12192000 w 12192000"/>
              <a:gd name="csY5" fmla="*/ 0 h 6858000"/>
              <a:gd name="csX6" fmla="*/ 12192000 w 12192000"/>
              <a:gd name="csY6" fmla="*/ 6858000 h 6858000"/>
              <a:gd name="csX7" fmla="*/ 0 w 12192000"/>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6858000">
                <a:moveTo>
                  <a:pt x="650748" y="557784"/>
                </a:moveTo>
                <a:lnTo>
                  <a:pt x="650748" y="566928"/>
                </a:lnTo>
                <a:lnTo>
                  <a:pt x="11541252" y="566928"/>
                </a:lnTo>
                <a:lnTo>
                  <a:pt x="11541252" y="557784"/>
                </a:lnTo>
                <a:close/>
                <a:moveTo>
                  <a:pt x="0" y="0"/>
                </a:moveTo>
                <a:lnTo>
                  <a:pt x="12192000" y="0"/>
                </a:lnTo>
                <a:lnTo>
                  <a:pt x="12192000"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0" y="3429000"/>
            <a:ext cx="12192000" cy="2159828"/>
          </a:xfrm>
          <a:gradFill flip="none" rotWithShape="1">
            <a:gsLst>
              <a:gs pos="0">
                <a:schemeClr val="bg2">
                  <a:alpha val="50000"/>
                </a:schemeClr>
              </a:gs>
              <a:gs pos="100000">
                <a:schemeClr val="bg2">
                  <a:alpha val="0"/>
                </a:schemeClr>
              </a:gs>
            </a:gsLst>
            <a:lin ang="16200000" scaled="1"/>
            <a:tileRect/>
          </a:gradFill>
        </p:spPr>
        <p:txBody>
          <a:bodyPr vert="horz" lIns="777240" tIns="45720" rIns="2286000" bIns="45720" rtlCol="0" anchor="b">
            <a:normAutofit/>
          </a:bodyPr>
          <a:lstStyle>
            <a:lvl1pPr>
              <a:defRPr lang="en-US" sz="6000" dirty="0"/>
            </a:lvl1pPr>
          </a:lstStyle>
          <a:p>
            <a:pPr lvl="0"/>
            <a:r>
              <a:rPr lang="en-US"/>
              <a:t>Click to edit Master title style</a:t>
            </a:r>
          </a:p>
        </p:txBody>
      </p:sp>
      <p:sp>
        <p:nvSpPr>
          <p:cNvPr id="6" name="Subtitle 2">
            <a:extLst>
              <a:ext uri="{FF2B5EF4-FFF2-40B4-BE49-F238E27FC236}">
                <a16:creationId xmlns:a16="http://schemas.microsoft.com/office/drawing/2014/main" id="{B6DADE99-E3CE-8A7B-349A-714ACCF251FD}"/>
              </a:ext>
            </a:extLst>
          </p:cNvPr>
          <p:cNvSpPr>
            <a:spLocks noGrp="1"/>
          </p:cNvSpPr>
          <p:nvPr>
            <p:ph type="subTitle" idx="1"/>
          </p:nvPr>
        </p:nvSpPr>
        <p:spPr>
          <a:xfrm>
            <a:off x="0" y="5586478"/>
            <a:ext cx="12192000" cy="1271522"/>
          </a:xfrm>
          <a:solidFill>
            <a:schemeClr val="bg2">
              <a:alpha val="50000"/>
            </a:schemeClr>
          </a:solidFill>
        </p:spPr>
        <p:txBody>
          <a:bodyPr vert="horz" lIns="777240" tIns="45720" rIns="2286000" bIns="45720" rtlCol="0" anchor="t">
            <a:normAutofit/>
          </a:bodyPr>
          <a:lstStyle>
            <a:lvl1pPr marL="0" indent="0">
              <a:buNone/>
              <a:defRPr lang="en-US" sz="2000" dirty="0"/>
            </a:lvl1pPr>
          </a:lstStyle>
          <a:p>
            <a:pPr lvl="0"/>
            <a:r>
              <a:rPr lang="en-US"/>
              <a:t>Click to edit Master subtitle style</a:t>
            </a:r>
          </a:p>
        </p:txBody>
      </p:sp>
      <p:sp>
        <p:nvSpPr>
          <p:cNvPr id="13" name="Slide Number Placeholder 5">
            <a:extLst>
              <a:ext uri="{FF2B5EF4-FFF2-40B4-BE49-F238E27FC236}">
                <a16:creationId xmlns:a16="http://schemas.microsoft.com/office/drawing/2014/main" id="{92E398B4-AE63-C902-83C3-1A4A85D8BA9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5" name="Footer Placeholder 3">
            <a:extLst>
              <a:ext uri="{FF2B5EF4-FFF2-40B4-BE49-F238E27FC236}">
                <a16:creationId xmlns:a16="http://schemas.microsoft.com/office/drawing/2014/main" id="{008CFED4-8CC8-E28A-89D6-61226616DECC}"/>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031F4DFA-B85C-EFE8-48B9-F27537048D33}"/>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96E56145-139A-45B3-88FA-F743CAE4E319}" type="datetime1">
              <a:rPr lang="en-US" smtClean="0"/>
              <a:t>8/21/2026</a:t>
            </a:fld>
            <a:endParaRPr lang="en-US"/>
          </a:p>
        </p:txBody>
      </p:sp>
    </p:spTree>
    <p:extLst>
      <p:ext uri="{BB962C8B-B14F-4D97-AF65-F5344CB8AC3E}">
        <p14:creationId xmlns:p14="http://schemas.microsoft.com/office/powerpoint/2010/main" val="28429660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67512" y="1260124"/>
            <a:ext cx="9643872" cy="4016044"/>
          </a:xfrm>
        </p:spPr>
        <p:txBody>
          <a:bodyPr vert="horz" lIns="91440" tIns="45720" rIns="91440" bIns="45720" rtlCol="0" anchor="b">
            <a:normAutofit/>
          </a:bodyPr>
          <a:lstStyle>
            <a:lvl1pPr>
              <a:defRPr lang="en-US" sz="8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62754" y="5586478"/>
            <a:ext cx="9633390" cy="684051"/>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30" name="Slide Number Placeholder 5">
            <a:extLst>
              <a:ext uri="{FF2B5EF4-FFF2-40B4-BE49-F238E27FC236}">
                <a16:creationId xmlns:a16="http://schemas.microsoft.com/office/drawing/2014/main" id="{57C6A260-43E4-A5BD-9313-44FB4C8FD8E5}"/>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2"/>
                </a:solidFill>
                <a:latin typeface="+mj-lt"/>
              </a:defRPr>
            </a:lvl1pPr>
          </a:lstStyle>
          <a:p>
            <a:fld id="{7ECAF3DD-865B-4F9E-8AEE-28157E83B0D8}" type="slidenum">
              <a:rPr lang="en-US" smtClean="0"/>
              <a:pPr/>
              <a:t>‹#›</a:t>
            </a:fld>
            <a:endParaRPr lang="en-US">
              <a:latin typeface="+mj-lt"/>
            </a:endParaRPr>
          </a:p>
        </p:txBody>
      </p:sp>
      <p:sp>
        <p:nvSpPr>
          <p:cNvPr id="4" name="Footer Placeholder 3">
            <a:extLst>
              <a:ext uri="{FF2B5EF4-FFF2-40B4-BE49-F238E27FC236}">
                <a16:creationId xmlns:a16="http://schemas.microsoft.com/office/drawing/2014/main" id="{66F1631E-53EB-24F5-F76E-4F04521F6DC9}"/>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29" name="Date Placeholder 3">
            <a:extLst>
              <a:ext uri="{FF2B5EF4-FFF2-40B4-BE49-F238E27FC236}">
                <a16:creationId xmlns:a16="http://schemas.microsoft.com/office/drawing/2014/main" id="{356155AC-04E0-CB97-F010-9D55F5F5B64F}"/>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2"/>
                </a:solidFill>
                <a:latin typeface="+mj-lt"/>
              </a:defRPr>
            </a:lvl1pPr>
          </a:lstStyle>
          <a:p>
            <a:fld id="{817601D0-08EE-4682-8251-778D57A7E59F}" type="datetime1">
              <a:rPr lang="en-US" smtClean="0"/>
              <a:t>8/21/2026</a:t>
            </a:fld>
            <a:endParaRPr lang="en-US">
              <a:latin typeface="+mj-lt"/>
            </a:endParaRPr>
          </a:p>
        </p:txBody>
      </p:sp>
    </p:spTree>
    <p:extLst>
      <p:ext uri="{BB962C8B-B14F-4D97-AF65-F5344CB8AC3E}">
        <p14:creationId xmlns:p14="http://schemas.microsoft.com/office/powerpoint/2010/main" val="119383093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67512" y="1260124"/>
            <a:ext cx="9613392" cy="2978026"/>
          </a:xfrm>
        </p:spPr>
        <p:txBody>
          <a:bodyPr vert="horz" lIns="91440" tIns="45720" rIns="91440" bIns="45720" rtlCol="0" anchor="t">
            <a:normAutofit/>
          </a:bodyPr>
          <a:lstStyle>
            <a:lvl1pPr>
              <a:defRPr lang="en-US" sz="8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67512" y="5596127"/>
            <a:ext cx="7272528" cy="684052"/>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15" name="Slide Number Placeholder 5">
            <a:extLst>
              <a:ext uri="{FF2B5EF4-FFF2-40B4-BE49-F238E27FC236}">
                <a16:creationId xmlns:a16="http://schemas.microsoft.com/office/drawing/2014/main" id="{CCE12327-0DBC-89BC-C60D-F10DD6C51F65}"/>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AD0783AD-1C4D-25CE-23D9-0E1ABAF26805}"/>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4" name="Date Placeholder 3">
            <a:extLst>
              <a:ext uri="{FF2B5EF4-FFF2-40B4-BE49-F238E27FC236}">
                <a16:creationId xmlns:a16="http://schemas.microsoft.com/office/drawing/2014/main" id="{0079EBF4-5BB8-6610-5CA9-9590C73BE55A}"/>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79AEA953-F661-4DC3-A0D2-B373BF29D9D6}" type="datetime1">
              <a:rPr lang="en-US" smtClean="0"/>
              <a:t>8/21/2026</a:t>
            </a:fld>
            <a:endParaRPr lang="en-US"/>
          </a:p>
        </p:txBody>
      </p:sp>
    </p:spTree>
    <p:extLst>
      <p:ext uri="{BB962C8B-B14F-4D97-AF65-F5344CB8AC3E}">
        <p14:creationId xmlns:p14="http://schemas.microsoft.com/office/powerpoint/2010/main" val="38810664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59892" y="1260123"/>
            <a:ext cx="10872216" cy="3012032"/>
          </a:xfrm>
        </p:spPr>
        <p:txBody>
          <a:bodyPr anchor="b">
            <a:normAutofit/>
          </a:bodyPr>
          <a:lstStyle>
            <a:lvl1pPr algn="ctr">
              <a:defRPr sz="8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592115"/>
            <a:ext cx="7588155" cy="1688063"/>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Slide Number Placeholder 5">
            <a:extLst>
              <a:ext uri="{FF2B5EF4-FFF2-40B4-BE49-F238E27FC236}">
                <a16:creationId xmlns:a16="http://schemas.microsoft.com/office/drawing/2014/main" id="{FAFE07ED-31D7-7A85-4532-82403B99B04A}"/>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E5AF8273-94AD-6BE6-8CBB-845CAE6B0C35}"/>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4" name="Date Placeholder 3">
            <a:extLst>
              <a:ext uri="{FF2B5EF4-FFF2-40B4-BE49-F238E27FC236}">
                <a16:creationId xmlns:a16="http://schemas.microsoft.com/office/drawing/2014/main" id="{AB0BDEA6-A6F0-73B8-F39C-CD7566F660FF}"/>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BDCAF013-27A5-43A7-9ADC-F67B09F12BCD}" type="datetime1">
              <a:rPr lang="en-US" smtClean="0"/>
              <a:t>8/21/2026</a:t>
            </a:fld>
            <a:endParaRPr lang="en-US"/>
          </a:p>
        </p:txBody>
      </p:sp>
    </p:spTree>
    <p:extLst>
      <p:ext uri="{BB962C8B-B14F-4D97-AF65-F5344CB8AC3E}">
        <p14:creationId xmlns:p14="http://schemas.microsoft.com/office/powerpoint/2010/main" val="14466800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67512" y="1417671"/>
            <a:ext cx="7909560" cy="4906929"/>
          </a:xfrm>
        </p:spPr>
        <p:txBody>
          <a:bodyPr vert="horz" lIns="91440" tIns="45720" rIns="91440" bIns="45720" rtlCol="0" anchor="b">
            <a:normAutofit/>
          </a:bodyPr>
          <a:lstStyle>
            <a:lvl1pPr>
              <a:defRPr lang="en-US" sz="7400" dirty="0">
                <a:solidFill>
                  <a:schemeClr val="tx1"/>
                </a:solidFill>
              </a:defRPr>
            </a:lvl1pPr>
          </a:lstStyle>
          <a:p>
            <a:pPr lvl="0"/>
            <a:r>
              <a:rPr lang="en-US"/>
              <a:t>Section Header</a:t>
            </a:r>
          </a:p>
        </p:txBody>
      </p:sp>
      <p:sp>
        <p:nvSpPr>
          <p:cNvPr id="14" name="Slide Number Placeholder 5">
            <a:extLst>
              <a:ext uri="{FF2B5EF4-FFF2-40B4-BE49-F238E27FC236}">
                <a16:creationId xmlns:a16="http://schemas.microsoft.com/office/drawing/2014/main" id="{5DA50637-A622-7C30-4294-5F1922E2884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2"/>
                </a:solidFill>
                <a:latin typeface="+mj-lt"/>
              </a:defRPr>
            </a:lvl1pPr>
          </a:lstStyle>
          <a:p>
            <a:fld id="{7ECAF3DD-865B-4F9E-8AEE-28157E83B0D8}" type="slidenum">
              <a:rPr lang="en-US" smtClean="0"/>
              <a:pPr/>
              <a:t>‹#›</a:t>
            </a:fld>
            <a:endParaRPr lang="en-US">
              <a:latin typeface="+mj-lt"/>
            </a:endParaRPr>
          </a:p>
        </p:txBody>
      </p:sp>
      <p:sp>
        <p:nvSpPr>
          <p:cNvPr id="3" name="Footer Placeholder 3">
            <a:extLst>
              <a:ext uri="{FF2B5EF4-FFF2-40B4-BE49-F238E27FC236}">
                <a16:creationId xmlns:a16="http://schemas.microsoft.com/office/drawing/2014/main" id="{965AD4B1-7C0F-72F1-2A34-6A72E98A14B9}"/>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3" name="Date Placeholder 3">
            <a:extLst>
              <a:ext uri="{FF2B5EF4-FFF2-40B4-BE49-F238E27FC236}">
                <a16:creationId xmlns:a16="http://schemas.microsoft.com/office/drawing/2014/main" id="{7743094F-E5D5-33D5-ADFF-BFE94FDF5CFB}"/>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2"/>
                </a:solidFill>
                <a:latin typeface="+mj-lt"/>
              </a:defRPr>
            </a:lvl1pPr>
          </a:lstStyle>
          <a:p>
            <a:fld id="{65B2509D-965F-4D5C-AA8C-1314C4C48EBF}" type="datetime1">
              <a:rPr lang="en-US" smtClean="0"/>
              <a:t>8/21/2026</a:t>
            </a:fld>
            <a:endParaRPr lang="en-US">
              <a:latin typeface="+mj-lt"/>
            </a:endParaRPr>
          </a:p>
        </p:txBody>
      </p:sp>
    </p:spTree>
    <p:extLst>
      <p:ext uri="{BB962C8B-B14F-4D97-AF65-F5344CB8AC3E}">
        <p14:creationId xmlns:p14="http://schemas.microsoft.com/office/powerpoint/2010/main" val="17739272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7512" y="4592116"/>
            <a:ext cx="3752088" cy="1688062"/>
          </a:xfrm>
        </p:spPr>
        <p:txBody>
          <a:bodyPr anchor="b">
            <a:normAutofit/>
          </a:bodyPr>
          <a:lstStyle>
            <a:lvl1pPr>
              <a:defRPr sz="7200"/>
            </a:lvl1pPr>
          </a:lstStyle>
          <a:p>
            <a:r>
              <a:rPr lang="en-US"/>
              <a:t>Click to edit Master title style</a:t>
            </a:r>
          </a:p>
        </p:txBody>
      </p:sp>
      <p:sp>
        <p:nvSpPr>
          <p:cNvPr id="12" name="Slide Number Placeholder 5">
            <a:extLst>
              <a:ext uri="{FF2B5EF4-FFF2-40B4-BE49-F238E27FC236}">
                <a16:creationId xmlns:a16="http://schemas.microsoft.com/office/drawing/2014/main" id="{9ED8BA8E-A006-8C0A-F38E-602DF5AF093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9A35277B-D24E-0714-C9C2-B2B7094606C6}"/>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00FB8408-E1DE-0075-A836-ACF00DE74CEB}"/>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E71648E9-1ACD-47F4-BD5E-FC035F672F21}" type="datetime1">
              <a:rPr lang="en-US" smtClean="0"/>
              <a:t>8/21/2026</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41848" y="1283188"/>
            <a:ext cx="5897880" cy="4996990"/>
          </a:xfrm>
        </p:spPr>
        <p:txBody>
          <a:bodyPr>
            <a:normAutofit/>
          </a:bodyPr>
          <a:lstStyle>
            <a:lvl1pPr marL="457200" indent="-457200">
              <a:spcAft>
                <a:spcPts val="1200"/>
              </a:spcAft>
              <a:buFont typeface="+mj-lt"/>
              <a:buNone/>
              <a:defRPr sz="2400"/>
            </a:lvl1pPr>
            <a:lvl2pPr marL="685800" indent="-457200">
              <a:spcAft>
                <a:spcPts val="1200"/>
              </a:spcAft>
              <a:buFont typeface="+mj-lt"/>
              <a:buNone/>
              <a:defRPr sz="2000"/>
            </a:lvl2pPr>
            <a:lvl3pPr marL="800100" indent="-342900">
              <a:spcAft>
                <a:spcPts val="1200"/>
              </a:spcAft>
              <a:buFont typeface="+mj-lt"/>
              <a:buNone/>
              <a:defRPr sz="1800"/>
            </a:lvl3pPr>
            <a:lvl4pPr marL="1028700" indent="-342900">
              <a:spcAft>
                <a:spcPts val="1200"/>
              </a:spcAft>
              <a:buFont typeface="+mj-lt"/>
              <a:buNone/>
              <a:defRPr sz="1800"/>
            </a:lvl4pPr>
            <a:lvl5pPr marL="1257300" indent="-342900">
              <a:spcAft>
                <a:spcPts val="1200"/>
              </a:spcAft>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3325826"/>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641849" y="1260124"/>
            <a:ext cx="5862658" cy="1004010"/>
          </a:xfrm>
        </p:spPr>
        <p:txBody>
          <a:bodyPr anchor="b">
            <a:normAutofit/>
          </a:bodyPr>
          <a:lstStyle>
            <a:lvl1pPr>
              <a:defRPr sz="7200"/>
            </a:lvl1pPr>
          </a:lstStyle>
          <a:p>
            <a:r>
              <a:rPr lang="en-US"/>
              <a:t>Click to edit Master title style</a:t>
            </a:r>
          </a:p>
        </p:txBody>
      </p:sp>
      <p:sp>
        <p:nvSpPr>
          <p:cNvPr id="13" name="Slide Number Placeholder 5">
            <a:extLst>
              <a:ext uri="{FF2B5EF4-FFF2-40B4-BE49-F238E27FC236}">
                <a16:creationId xmlns:a16="http://schemas.microsoft.com/office/drawing/2014/main" id="{7BCE8229-9007-2FAE-541D-CF30EAC4209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2004FD0C-EB35-93A6-EC72-0F5DE0E272FC}"/>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F01E1BC1-6226-4EA7-B474-B8325F678C48}"/>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01021C2D-F782-4D42-9559-DD770C4FCA33}" type="datetime1">
              <a:rPr lang="en-US" smtClean="0"/>
              <a:t>8/21/2026</a:t>
            </a:fld>
            <a:endParaRPr lang="en-US"/>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67512" y="1261872"/>
            <a:ext cx="4634315" cy="5004291"/>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41848" y="2568329"/>
            <a:ext cx="5897880" cy="3711850"/>
          </a:xfrm>
        </p:spPr>
        <p:txBody>
          <a:bodyPr>
            <a:normAutofit/>
          </a:bodyPr>
          <a:lstStyle>
            <a:lvl1pPr marL="457200" indent="-457200">
              <a:spcAft>
                <a:spcPts val="600"/>
              </a:spcAft>
              <a:buFont typeface="+mj-lt"/>
              <a:buAutoNum type="arabicPeriod"/>
              <a:defRPr sz="2000"/>
            </a:lvl1pPr>
            <a:lvl2pPr marL="571500" indent="-342900">
              <a:spcAft>
                <a:spcPts val="600"/>
              </a:spcAft>
              <a:buFont typeface="+mj-lt"/>
              <a:buAutoNum type="alphaLcPeriod"/>
              <a:defRPr sz="1800"/>
            </a:lvl2pPr>
            <a:lvl3pPr marL="800100" indent="-342900">
              <a:spcAft>
                <a:spcPts val="600"/>
              </a:spcAft>
              <a:buFont typeface="+mj-lt"/>
              <a:buAutoNum type="romanLcPeriod"/>
              <a:defRPr sz="1600"/>
            </a:lvl3pPr>
            <a:lvl4pPr marL="1028700" indent="-342900">
              <a:spcAft>
                <a:spcPts val="600"/>
              </a:spcAft>
              <a:buFont typeface="+mj-lt"/>
              <a:buAutoNum type="arabicParenR"/>
              <a:defRPr sz="1400"/>
            </a:lvl4pPr>
            <a:lvl5pPr>
              <a:spcAft>
                <a:spcPts val="600"/>
              </a:spcAft>
              <a:buFont typeface="+mj-lt"/>
              <a:buAutoNum type="romanL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01114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95856" y="1580083"/>
            <a:ext cx="8400288" cy="1688061"/>
          </a:xfrm>
        </p:spPr>
        <p:txBody>
          <a:bodyPr anchor="b">
            <a:normAutofit/>
          </a:bodyPr>
          <a:lstStyle>
            <a:lvl1pPr algn="ctr">
              <a:defRPr sz="4000"/>
            </a:lvl1pPr>
          </a:lstStyle>
          <a:p>
            <a:r>
              <a:rPr lang="en-US"/>
              <a:t>Click to edit Master title style</a:t>
            </a:r>
          </a:p>
        </p:txBody>
      </p:sp>
      <p:sp>
        <p:nvSpPr>
          <p:cNvPr id="12" name="Slide Number Placeholder 5">
            <a:extLst>
              <a:ext uri="{FF2B5EF4-FFF2-40B4-BE49-F238E27FC236}">
                <a16:creationId xmlns:a16="http://schemas.microsoft.com/office/drawing/2014/main" id="{3D88E5CD-667C-25ED-8BCA-A5BE1A8E3EA0}"/>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997D79AB-D4D3-090F-161F-760A912F9575}"/>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0FF089D4-4A77-D29A-52E7-D665AAF4543F}"/>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FC08E3F2-FA4C-45C3-B304-C7155F821EF4}" type="datetime1">
              <a:rPr lang="en-US" smtClean="0"/>
              <a:t>8/21/2026</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154680" y="3588104"/>
            <a:ext cx="5897880" cy="1688062"/>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057235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911094" y="1580083"/>
            <a:ext cx="5897881" cy="1688061"/>
          </a:xfrm>
        </p:spPr>
        <p:txBody>
          <a:bodyPr anchor="b">
            <a:normAutofit/>
          </a:bodyPr>
          <a:lstStyle>
            <a:lvl1pPr>
              <a:defRPr sz="4000"/>
            </a:lvl1pPr>
          </a:lstStyle>
          <a:p>
            <a:r>
              <a:rPr lang="en-US"/>
              <a:t>Click to edit Master title style</a:t>
            </a:r>
          </a:p>
        </p:txBody>
      </p:sp>
      <p:sp>
        <p:nvSpPr>
          <p:cNvPr id="12" name="Slide Number Placeholder 5">
            <a:extLst>
              <a:ext uri="{FF2B5EF4-FFF2-40B4-BE49-F238E27FC236}">
                <a16:creationId xmlns:a16="http://schemas.microsoft.com/office/drawing/2014/main" id="{C201908F-A131-1AC9-55DC-24F30F3D9396}"/>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0CFA71DD-9DE1-BEED-E848-60BD2C61C4C4}"/>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0DD6374B-C852-C9D4-33D1-2CFFC45F7BE8}"/>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98660297-D8F2-43D6-A03C-5CF88A6EFBC3}" type="datetime1">
              <a:rPr lang="en-US" smtClean="0"/>
              <a:t>8/21/2026</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398263" y="3588103"/>
            <a:ext cx="5897881" cy="2008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07260316"/>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2" y="1580082"/>
            <a:ext cx="3425951" cy="3696085"/>
          </a:xfrm>
        </p:spPr>
        <p:txBody>
          <a:bodyPr anchor="t">
            <a:normAutofit/>
          </a:bodyPr>
          <a:lstStyle>
            <a:lvl1pPr>
              <a:defRPr sz="4000"/>
            </a:lvl1pPr>
          </a:lstStyle>
          <a:p>
            <a:r>
              <a:rPr lang="en-US"/>
              <a:t>Click to edit Master title style</a:t>
            </a:r>
          </a:p>
        </p:txBody>
      </p:sp>
      <p:sp>
        <p:nvSpPr>
          <p:cNvPr id="12" name="Slide Number Placeholder 5">
            <a:extLst>
              <a:ext uri="{FF2B5EF4-FFF2-40B4-BE49-F238E27FC236}">
                <a16:creationId xmlns:a16="http://schemas.microsoft.com/office/drawing/2014/main" id="{2B83B9E2-E297-4012-1ECB-FA03F04BAFFF}"/>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57704DBE-D116-ED60-D1CF-18F68FE5C20C}"/>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E4419A51-22C5-527A-E9A2-55754680A4AC}"/>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84BDE8FE-5F50-4185-919E-FC4EE33352DD}" type="datetime1">
              <a:rPr lang="en-US" smtClean="0"/>
              <a:t>8/21/2026</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398263" y="1580082"/>
            <a:ext cx="7126225"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259439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2" y="1580083"/>
            <a:ext cx="3410711" cy="4700096"/>
          </a:xfrm>
        </p:spPr>
        <p:txBody>
          <a:bodyPr anchor="t">
            <a:normAutofit/>
          </a:bodyPr>
          <a:lstStyle>
            <a:lvl1pPr>
              <a:defRPr sz="4000"/>
            </a:lvl1pPr>
          </a:lstStyle>
          <a:p>
            <a:r>
              <a:rPr lang="en-US"/>
              <a:t>Click to edit Master title style</a:t>
            </a:r>
          </a:p>
        </p:txBody>
      </p:sp>
      <p:sp>
        <p:nvSpPr>
          <p:cNvPr id="12" name="Slide Number Placeholder 5">
            <a:extLst>
              <a:ext uri="{FF2B5EF4-FFF2-40B4-BE49-F238E27FC236}">
                <a16:creationId xmlns:a16="http://schemas.microsoft.com/office/drawing/2014/main" id="{1A5310C2-C284-D8C3-9305-365864CDBB49}"/>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E9BA3B80-47BF-CB3F-B5FD-9891B8B1B36C}"/>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C84059C7-F1E0-7CC6-AD88-A02B403DF39E}"/>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9DB681F3-0509-4A81-9DD5-419606C45B5D}" type="datetime1">
              <a:rPr lang="en-US" smtClean="0"/>
              <a:t>8/21/2026</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398264" y="1580083"/>
            <a:ext cx="7126224" cy="47000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040094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1" y="985802"/>
            <a:ext cx="3410711" cy="2602303"/>
          </a:xfrm>
        </p:spPr>
        <p:txBody>
          <a:bodyPr anchor="t">
            <a:normAutofit/>
          </a:bodyPr>
          <a:lstStyle>
            <a:lvl1pPr>
              <a:defRPr sz="4000"/>
            </a:lvl1pPr>
          </a:lstStyle>
          <a:p>
            <a:r>
              <a:rPr lang="en-US"/>
              <a:t>Click to edit Master title style</a:t>
            </a:r>
          </a:p>
        </p:txBody>
      </p:sp>
      <p:sp>
        <p:nvSpPr>
          <p:cNvPr id="12" name="Slide Number Placeholder 5">
            <a:extLst>
              <a:ext uri="{FF2B5EF4-FFF2-40B4-BE49-F238E27FC236}">
                <a16:creationId xmlns:a16="http://schemas.microsoft.com/office/drawing/2014/main" id="{B86EE7AF-7DD3-DC19-6D34-E940BB3523D6}"/>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97109FC5-1FFE-CF58-7E13-C19F02C3F5C7}"/>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2F968FDB-AE03-25F6-2343-C1F6FC98A6B6}"/>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B9D778C0-E5EB-44EE-A66D-646756E7A69F}" type="datetime1">
              <a:rPr lang="en-US" smtClean="0"/>
              <a:t>8/21/2026</a:t>
            </a:fld>
            <a:endParaRPr lang="en-US"/>
          </a:p>
        </p:txBody>
      </p:sp>
      <p:sp>
        <p:nvSpPr>
          <p:cNvPr id="3" name="Content Placeholder 7">
            <a:extLst>
              <a:ext uri="{FF2B5EF4-FFF2-40B4-BE49-F238E27FC236}">
                <a16:creationId xmlns:a16="http://schemas.microsoft.com/office/drawing/2014/main" id="{5E5EC60F-1A48-E51E-B856-ADF7D557AF60}"/>
              </a:ext>
            </a:extLst>
          </p:cNvPr>
          <p:cNvSpPr>
            <a:spLocks noGrp="1"/>
          </p:cNvSpPr>
          <p:nvPr>
            <p:ph sz="quarter" idx="14"/>
          </p:nvPr>
        </p:nvSpPr>
        <p:spPr>
          <a:xfrm>
            <a:off x="4398264" y="985802"/>
            <a:ext cx="7141464" cy="5294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51811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1" y="985802"/>
            <a:ext cx="3410711" cy="5294377"/>
          </a:xfrm>
        </p:spPr>
        <p:txBody>
          <a:bodyPr anchor="b">
            <a:normAutofit/>
          </a:bodyPr>
          <a:lstStyle>
            <a:lvl1pPr>
              <a:defRPr sz="4000"/>
            </a:lvl1pPr>
          </a:lstStyle>
          <a:p>
            <a:r>
              <a:rPr lang="en-US"/>
              <a:t>Click to edit Master title style</a:t>
            </a:r>
          </a:p>
        </p:txBody>
      </p:sp>
      <p:sp>
        <p:nvSpPr>
          <p:cNvPr id="12" name="Slide Number Placeholder 5">
            <a:extLst>
              <a:ext uri="{FF2B5EF4-FFF2-40B4-BE49-F238E27FC236}">
                <a16:creationId xmlns:a16="http://schemas.microsoft.com/office/drawing/2014/main" id="{B86EE7AF-7DD3-DC19-6D34-E940BB3523D6}"/>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DBE86BA4-9811-C1B5-796E-C61FA5F0EC5A}"/>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2F968FDB-AE03-25F6-2343-C1F6FC98A6B6}"/>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863A7118-B3C6-4EBA-A0E2-4AEA652F57A1}" type="datetime1">
              <a:rPr lang="en-US" smtClean="0"/>
              <a:t>8/21/2026</a:t>
            </a:fld>
            <a:endParaRPr lang="en-US"/>
          </a:p>
        </p:txBody>
      </p:sp>
      <p:sp>
        <p:nvSpPr>
          <p:cNvPr id="3" name="Content Placeholder 7">
            <a:extLst>
              <a:ext uri="{FF2B5EF4-FFF2-40B4-BE49-F238E27FC236}">
                <a16:creationId xmlns:a16="http://schemas.microsoft.com/office/drawing/2014/main" id="{ED0FE484-E6A5-7D93-A7B2-C71CD2671A71}"/>
              </a:ext>
            </a:extLst>
          </p:cNvPr>
          <p:cNvSpPr>
            <a:spLocks noGrp="1"/>
          </p:cNvSpPr>
          <p:nvPr>
            <p:ph sz="quarter" idx="14"/>
          </p:nvPr>
        </p:nvSpPr>
        <p:spPr>
          <a:xfrm>
            <a:off x="4398264" y="985802"/>
            <a:ext cx="7141464" cy="5294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3006842"/>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98263" y="1260122"/>
            <a:ext cx="7126225" cy="1004010"/>
          </a:xfrm>
        </p:spPr>
        <p:txBody>
          <a:bodyPr anchor="b">
            <a:normAutofit/>
          </a:bodyPr>
          <a:lstStyle>
            <a:lvl1pPr>
              <a:defRPr sz="4000"/>
            </a:lvl1pPr>
          </a:lstStyle>
          <a:p>
            <a:r>
              <a:rPr lang="en-US"/>
              <a:t>Click to edit Master title style</a:t>
            </a:r>
          </a:p>
        </p:txBody>
      </p:sp>
      <p:sp>
        <p:nvSpPr>
          <p:cNvPr id="12" name="Slide Number Placeholder 5">
            <a:extLst>
              <a:ext uri="{FF2B5EF4-FFF2-40B4-BE49-F238E27FC236}">
                <a16:creationId xmlns:a16="http://schemas.microsoft.com/office/drawing/2014/main" id="{EBF44B22-81A3-5C11-73E6-B955ED9DDEB7}"/>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E9DF2317-5307-1F2B-B3F1-77031B8F1A44}"/>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D5AAA207-A5C4-56FC-5D30-CD58B9341880}"/>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F89F8195-FAEE-47A9-804C-E84DD4E62923}" type="datetime1">
              <a:rPr lang="en-US" smtClean="0"/>
              <a:t>8/21/2026</a:t>
            </a:fld>
            <a:endParaRPr lang="en-US"/>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667512" y="1260123"/>
            <a:ext cx="3410711" cy="5020056"/>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398265" y="2584093"/>
            <a:ext cx="7126224"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29834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1260121"/>
            <a:ext cx="7141464" cy="1004011"/>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A4B5B55D-2B4C-9E36-9E67-3505A733219E}"/>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DBB043B8-CC94-789F-E530-4DF519EEA3F2}"/>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7" name="Date Placeholder 3">
            <a:extLst>
              <a:ext uri="{FF2B5EF4-FFF2-40B4-BE49-F238E27FC236}">
                <a16:creationId xmlns:a16="http://schemas.microsoft.com/office/drawing/2014/main" id="{FDC335D7-A0F7-BD3D-BF97-982A94656D28}"/>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50D3EE2A-95C7-4C56-A79A-AF03B1B5A7C8}" type="datetime1">
              <a:rPr lang="en-US" smtClean="0"/>
              <a:t>8/21/2026</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7512" y="2584094"/>
            <a:ext cx="7141464"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29016" y="1260122"/>
            <a:ext cx="3410712" cy="5020057"/>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3412237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54680" y="1260122"/>
            <a:ext cx="8385048" cy="1004010"/>
          </a:xfrm>
        </p:spPr>
        <p:txBody>
          <a:bodyPr anchor="b">
            <a:normAutofit/>
          </a:bodyPr>
          <a:lstStyle>
            <a:lvl1pPr>
              <a:defRPr sz="4000"/>
            </a:lvl1pPr>
          </a:lstStyle>
          <a:p>
            <a:r>
              <a:rPr lang="en-US"/>
              <a:t>Click to edit Master title style</a:t>
            </a:r>
          </a:p>
        </p:txBody>
      </p:sp>
      <p:sp>
        <p:nvSpPr>
          <p:cNvPr id="14" name="Slide Number Placeholder 5">
            <a:extLst>
              <a:ext uri="{FF2B5EF4-FFF2-40B4-BE49-F238E27FC236}">
                <a16:creationId xmlns:a16="http://schemas.microsoft.com/office/drawing/2014/main" id="{DE0EDC41-A2C4-8CCD-B67B-6AC19F5C3EFF}"/>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2A6FEF80-5427-AC06-FBE6-7B508E000D80}"/>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3" name="Date Placeholder 3">
            <a:extLst>
              <a:ext uri="{FF2B5EF4-FFF2-40B4-BE49-F238E27FC236}">
                <a16:creationId xmlns:a16="http://schemas.microsoft.com/office/drawing/2014/main" id="{AD3E4458-96F1-7F5C-6181-D0D27E03167D}"/>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B9349C3D-A8C4-4AA1-A98E-1056B589D2B7}" type="datetime1">
              <a:rPr lang="en-US" smtClean="0"/>
              <a:t>8/21/2026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7511" y="1260123"/>
            <a:ext cx="2167129" cy="5020056"/>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3154680" y="2584094"/>
            <a:ext cx="8369808"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21458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09" y="1261872"/>
            <a:ext cx="8385049" cy="1027074"/>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3FB53CBC-C7D5-BE96-42C9-5AAA981879DA}"/>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10EECF8C-0C46-0E43-4558-0F8C402813C0}"/>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23B3AA0F-2358-6DB4-C617-B03E73D5FFE8}"/>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3726E815-75B0-4614-92F7-BD367E20C4E3}" type="datetime1">
              <a:rPr lang="en-US" smtClean="0"/>
              <a:t>8/21/2026</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7511" y="2584092"/>
            <a:ext cx="8385048" cy="36960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9372601" y="1261872"/>
            <a:ext cx="2151888" cy="5018307"/>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463565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85431" y="1260122"/>
            <a:ext cx="4654297" cy="1004009"/>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1A4D1053-884E-2834-2D03-511FB6195E33}"/>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3E831349-76B0-627A-3E4B-D553FAE86551}"/>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CA9CCFE9-2B59-7691-C45A-6E839A016DF4}"/>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3FD556D2-FA47-46C5-A609-377AE88E2EE7}" type="datetime1">
              <a:rPr lang="en-US" smtClean="0"/>
              <a:t>8/21/2026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7512" y="1261872"/>
            <a:ext cx="5897879" cy="5004290"/>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85431" y="2584093"/>
            <a:ext cx="4654297"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451797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1260122"/>
            <a:ext cx="4654296" cy="1004010"/>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DBF00F9C-205B-81C5-6180-2E06739DAD6C}"/>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A0F2BA95-39FC-18B4-5653-76E60E40B8A5}"/>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D06DFB43-B155-62E3-B572-4F16FC492152}"/>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8D2E3C2C-8032-4A70-BAC0-53E5F160545E}" type="datetime1">
              <a:rPr lang="en-US" smtClean="0"/>
              <a:t>8/21/2026</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67512" y="2584093"/>
            <a:ext cx="4654296"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1260122"/>
            <a:ext cx="5880800" cy="5020056"/>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437142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1" y="4592116"/>
            <a:ext cx="4974337" cy="1688063"/>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61ADEBC8-C157-BE2E-7400-E9AB57520178}"/>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A727BF52-DE0B-B350-6511-8DF5414DC789}"/>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9FB95C57-5544-14E7-C212-633EA7147FC9}"/>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6389D7D8-FC2E-4190-898F-1892B48FB8DA}" type="datetime1">
              <a:rPr lang="en-US" smtClean="0"/>
              <a:t>8/21/2026</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67512" y="1260123"/>
            <a:ext cx="4951958" cy="3012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29016" y="4272155"/>
            <a:ext cx="3395472" cy="1997514"/>
          </a:xfrm>
          <a:blipFill>
            <a:blip r:embed="rId2" cstate="print">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221763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1260123"/>
            <a:ext cx="10872216" cy="1004010"/>
          </a:xfrm>
        </p:spPr>
        <p:txBody>
          <a:bodyPr anchor="t">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61ADEBC8-C157-BE2E-7400-E9AB57520178}"/>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76B9F801-2896-6C4E-7B87-B0B8D2692BA9}"/>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9FB95C57-5544-14E7-C212-633EA7147FC9}"/>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23B81B63-4F4E-4260-AE70-7F34DF91DF77}" type="datetime1">
              <a:rPr lang="en-US" smtClean="0"/>
              <a:t>8/21/2026</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67512" y="2584095"/>
            <a:ext cx="10872216" cy="1688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7512" y="4592115"/>
            <a:ext cx="10872216" cy="1688064"/>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40674726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29017" y="1260122"/>
            <a:ext cx="3395471" cy="2008022"/>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DB3A19B8-D27C-60F2-CCE1-9B2FE208D4B4}"/>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5A1A6486-75F8-1B85-1DC5-D9B9240EEE02}"/>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756EEBDA-EC71-4385-DB53-41C22E785474}"/>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8E95A402-7419-498A-A98C-BC10C9D9E62D}" type="datetime1">
              <a:rPr lang="en-US" smtClean="0"/>
              <a:t>8/21/2026</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67511" y="1260122"/>
            <a:ext cx="7141465" cy="5020057"/>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29015" y="3588105"/>
            <a:ext cx="3410713" cy="269207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74622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1" y="1260122"/>
            <a:ext cx="3410710" cy="2008022"/>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75FF7B8E-8644-33FB-5A6E-02F11C5542D2}"/>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06C8FF2C-ECDB-3C80-34C6-03494864778B}"/>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71E01ADE-6A9B-F59C-F74A-6468B6F9CDB8}"/>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F67C6F2A-F4B3-4F44-A388-FF5233ABC527}" type="datetime1">
              <a:rPr lang="en-US" smtClean="0"/>
              <a:t>8/21/2026</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67511" y="3588105"/>
            <a:ext cx="3410711" cy="269207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4398263" y="1260122"/>
            <a:ext cx="7126225" cy="5020057"/>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5524671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4592115"/>
            <a:ext cx="4654296" cy="1688063"/>
          </a:xfrm>
        </p:spPr>
        <p:txBody>
          <a:bodyPr anchor="t">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39A92118-3DF4-2424-85AC-8ED02E2C66CC}"/>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824FEFCB-BC12-FCF8-8106-AEB614BAD700}"/>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6F3F6702-15C0-4E20-444E-5921157E0942}"/>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01B1B67D-B094-4A84-BC89-E29D9EFC45B3}" type="datetime1">
              <a:rPr lang="en-US" smtClean="0"/>
              <a:t>8/21/2026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7512" y="1260122"/>
            <a:ext cx="10887457" cy="3012033"/>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641847" y="4592115"/>
            <a:ext cx="5913121" cy="168806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38327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0" y="3572339"/>
            <a:ext cx="3410713" cy="2707840"/>
          </a:xfrm>
        </p:spPr>
        <p:txBody>
          <a:bodyPr anchor="t">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8C29D452-4290-AF7B-A928-BE3D83E36494}"/>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99F289CA-951A-9E32-F0F8-4551AB910757}"/>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A4EC5306-39CD-9B46-EF6C-7D0453859F30}"/>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CED1FEB8-BE8B-43F2-985F-302B2C416D66}" type="datetime1">
              <a:rPr lang="en-US" smtClean="0"/>
              <a:t>8/21/2026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7512" y="1261872"/>
            <a:ext cx="10872216" cy="1992256"/>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98265" y="3588106"/>
            <a:ext cx="7126224" cy="269207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499163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1" y="1260121"/>
            <a:ext cx="3410712" cy="2008021"/>
          </a:xfrm>
        </p:spPr>
        <p:txBody>
          <a:bodyPr anchor="t">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C91B962A-9F00-E9C8-C37D-B133691D4453}"/>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5" name="Footer Placeholder 3">
            <a:extLst>
              <a:ext uri="{FF2B5EF4-FFF2-40B4-BE49-F238E27FC236}">
                <a16:creationId xmlns:a16="http://schemas.microsoft.com/office/drawing/2014/main" id="{2DDF310E-58A5-07FC-4ACF-A497529411D0}"/>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C7C8D897-C374-7A6F-BEED-22F80EF2E119}"/>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F127A4B6-6434-4FBE-A6ED-A07EC373AA47}" type="datetime1">
              <a:rPr lang="en-US" smtClean="0"/>
              <a:t>8/21/2026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98265" y="1260122"/>
            <a:ext cx="7126224" cy="2008021"/>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667512" y="3588106"/>
            <a:ext cx="10872216" cy="2692074"/>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5406074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4">
    <p:bg>
      <p:bgRef idx="1001">
        <a:schemeClr val="bg1"/>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8D190F-4AD9-1493-D6E9-4312C8744ACC}"/>
              </a:ext>
            </a:extLst>
          </p:cNvPr>
          <p:cNvSpPr>
            <a:spLocks noGrp="1"/>
          </p:cNvSpPr>
          <p:nvPr>
            <p:ph type="title"/>
          </p:nvPr>
        </p:nvSpPr>
        <p:spPr>
          <a:xfrm>
            <a:off x="667512" y="1260122"/>
            <a:ext cx="10872216" cy="1004009"/>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F900D201-0F2A-159F-0160-00CC1D230D3D}"/>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2" name="Footer Placeholder 3">
            <a:extLst>
              <a:ext uri="{FF2B5EF4-FFF2-40B4-BE49-F238E27FC236}">
                <a16:creationId xmlns:a16="http://schemas.microsoft.com/office/drawing/2014/main" id="{AB7B2F7A-427C-CBDE-5E80-74CCE63A1B9E}"/>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289A2B14-20C4-D5EB-A86B-842E1230DA89}"/>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7AB27BDA-AAC0-4DA8-BBDD-04965AEE49AE}" type="datetime1">
              <a:rPr lang="en-US" smtClean="0"/>
              <a:t>8/21/2026</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7512" y="2584094"/>
            <a:ext cx="5897880"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885432" y="2584094"/>
            <a:ext cx="4639056" cy="369608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a:buNone/>
              <a:defRPr lang="en-US" dirty="0"/>
            </a:lvl1pPr>
          </a:lstStyle>
          <a:p>
            <a:pPr marL="228600" lvl="0" indent="-228600"/>
            <a:r>
              <a:rPr lang="en-US"/>
              <a:t>   </a:t>
            </a:r>
          </a:p>
        </p:txBody>
      </p:sp>
    </p:spTree>
    <p:extLst>
      <p:ext uri="{BB962C8B-B14F-4D97-AF65-F5344CB8AC3E}">
        <p14:creationId xmlns:p14="http://schemas.microsoft.com/office/powerpoint/2010/main" val="317093309"/>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1260122"/>
            <a:ext cx="10872216" cy="1004009"/>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73A2EAFF-C6B2-37A8-E58D-5D3F3E8DC547}"/>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6E787D6A-B2C4-9067-158A-25EF772947AF}"/>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FCADB45D-F788-D3E9-0EC9-B9A177E8344C}"/>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58ACD03D-933A-4322-AC92-AD22A072A17A}" type="datetime1">
              <a:rPr lang="en-US" smtClean="0"/>
              <a:t>8/21/2026</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7512" y="2584094"/>
            <a:ext cx="3425952"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4398264" y="2584093"/>
            <a:ext cx="7126224" cy="3696085"/>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a:blip r:embed="rId2" cstate="print">
              <a:alphaModFix amt="6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a:buNone/>
              <a:defRPr lang="en-US" dirty="0"/>
            </a:lvl1pPr>
          </a:lstStyle>
          <a:p>
            <a:pPr marL="228600" lvl="0" indent="-228600"/>
            <a:r>
              <a:rPr lang="en-US"/>
              <a:t>   </a:t>
            </a:r>
          </a:p>
        </p:txBody>
      </p:sp>
    </p:spTree>
    <p:extLst>
      <p:ext uri="{BB962C8B-B14F-4D97-AF65-F5344CB8AC3E}">
        <p14:creationId xmlns:p14="http://schemas.microsoft.com/office/powerpoint/2010/main" val="90054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1261872"/>
            <a:ext cx="10872216" cy="988243"/>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5BDE8171-69C8-B120-58D4-1407B9848CE2}"/>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B73D389F-7A28-F651-26AB-E5DDD5BC22EA}"/>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F8DF7310-550A-F0CB-F5F2-C221FE5EEC0D}"/>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E3B5C16E-44E5-4BAF-8F36-291C3913D8C8}" type="datetime1">
              <a:rPr lang="en-US" smtClean="0"/>
              <a:t>8/21/2026</a:t>
            </a:fld>
            <a:endParaRPr lang="en-US"/>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67513" y="2584094"/>
            <a:ext cx="4654296" cy="3716122"/>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a:buNone/>
              <a:defRPr lang="en-US" dirty="0"/>
            </a:lvl1pPr>
          </a:lstStyle>
          <a:p>
            <a:pPr marL="228600" lvl="0" indent="-228600"/>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641848" y="2584094"/>
            <a:ext cx="5882640"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173314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1260124"/>
            <a:ext cx="4654296" cy="1004010"/>
          </a:xfrm>
        </p:spPr>
        <p:txBody>
          <a:bodyPr anchor="t">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BABAF444-0EFC-B8EE-DF68-7CD4EEBA3A9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7DBC6452-8FE0-731A-B20B-59CF47CE749A}"/>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1C9BACBF-74CC-DF75-A77E-6C3DBA366648}"/>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4FF032E9-B94F-48D6-9953-A37CC3DD361D}" type="datetime1">
              <a:rPr lang="en-US" smtClean="0"/>
              <a:t>8/21/2026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7512" y="2584094"/>
            <a:ext cx="4654296" cy="3696086"/>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41849" y="1260123"/>
            <a:ext cx="5882639" cy="5020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906438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4592116"/>
            <a:ext cx="3851146" cy="1688062"/>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D593EE06-439E-037F-0A22-AA611D80F26C}"/>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3613FCCC-8ADB-1A41-6DDF-0B695DF18EF3}"/>
              </a:ext>
            </a:extLst>
          </p:cNvPr>
          <p:cNvSpPr>
            <a:spLocks noGrp="1"/>
          </p:cNvSpPr>
          <p:nvPr>
            <p:ph type="ftr" sz="quarter" idx="16"/>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ED966141-9B99-F2D0-A663-3003B791A31C}"/>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720DC4C1-6C99-451D-B95A-6A6C83FBEA90}" type="datetime1">
              <a:rPr lang="en-US" smtClean="0"/>
              <a:t>8/21/2026</a:t>
            </a:fld>
            <a:endParaRPr lang="en-US"/>
          </a:p>
        </p:txBody>
      </p:sp>
      <p:sp>
        <p:nvSpPr>
          <p:cNvPr id="44" name="Picture Placeholder 43">
            <a:extLst>
              <a:ext uri="{FF2B5EF4-FFF2-40B4-BE49-F238E27FC236}">
                <a16:creationId xmlns:a16="http://schemas.microsoft.com/office/drawing/2014/main" id="{35F6B1E0-54AD-E2E3-07CF-89CD66B9EE36}"/>
              </a:ext>
            </a:extLst>
          </p:cNvPr>
          <p:cNvSpPr>
            <a:spLocks noGrp="1"/>
          </p:cNvSpPr>
          <p:nvPr>
            <p:ph type="pic" sz="quarter" idx="15"/>
          </p:nvPr>
        </p:nvSpPr>
        <p:spPr>
          <a:xfrm>
            <a:off x="667512" y="985802"/>
            <a:ext cx="3851146" cy="3286161"/>
          </a:xfrm>
          <a:blipFill>
            <a:blip r:embed="rId2">
              <a:alphaModFix amt="70000"/>
              <a:extLst>
                <a:ext uri="{28A0092B-C50C-407E-A947-70E740481C1C}">
                  <a14:useLocalDpi xmlns:a14="http://schemas.microsoft.com/office/drawing/2010/main" val="0"/>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873752" y="985802"/>
            <a:ext cx="6665976" cy="5294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034566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985802"/>
            <a:ext cx="3410710" cy="2692075"/>
          </a:xfrm>
        </p:spPr>
        <p:txBody>
          <a:bodyPr anchor="t">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D593EE06-439E-037F-0A22-AA611D80F26C}"/>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4237CAFE-8E53-72CD-67ED-D6FF3F989B91}"/>
              </a:ext>
            </a:extLst>
          </p:cNvPr>
          <p:cNvSpPr>
            <a:spLocks noGrp="1"/>
          </p:cNvSpPr>
          <p:nvPr>
            <p:ph type="ftr" sz="quarter" idx="16"/>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ED966141-9B99-F2D0-A663-3003B791A31C}"/>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720DC4C1-6C99-451D-B95A-6A6C83FBEA90}" type="datetime1">
              <a:rPr lang="en-US" smtClean="0"/>
              <a:t>8/21/2026</a:t>
            </a:fld>
            <a:endParaRPr lang="en-US"/>
          </a:p>
        </p:txBody>
      </p:sp>
      <p:sp>
        <p:nvSpPr>
          <p:cNvPr id="44" name="Picture Placeholder 43">
            <a:extLst>
              <a:ext uri="{FF2B5EF4-FFF2-40B4-BE49-F238E27FC236}">
                <a16:creationId xmlns:a16="http://schemas.microsoft.com/office/drawing/2014/main" id="{35F6B1E0-54AD-E2E3-07CF-89CD66B9EE36}"/>
              </a:ext>
            </a:extLst>
          </p:cNvPr>
          <p:cNvSpPr>
            <a:spLocks noGrp="1"/>
          </p:cNvSpPr>
          <p:nvPr>
            <p:ph type="pic" sz="quarter" idx="15"/>
          </p:nvPr>
        </p:nvSpPr>
        <p:spPr>
          <a:xfrm>
            <a:off x="667512" y="3997837"/>
            <a:ext cx="3410776" cy="2282341"/>
          </a:xfrm>
          <a:blipFill>
            <a:blip r:embed="rId2" cstate="print">
              <a:alphaModFix amt="70000"/>
              <a:extLst>
                <a:ext uri="{28A0092B-C50C-407E-A947-70E740481C1C}">
                  <a14:useLocalDpi xmlns:a14="http://schemas.microsoft.com/office/drawing/2010/main" val="0"/>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398264" y="985802"/>
            <a:ext cx="7141464" cy="5294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778583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52272" y="4876801"/>
            <a:ext cx="10887456" cy="990598"/>
          </a:xfrm>
        </p:spPr>
        <p:txBody>
          <a:bodyPr anchor="t">
            <a:normAutofit/>
          </a:bodyPr>
          <a:lstStyle>
            <a:lvl1pPr algn="ctr">
              <a:lnSpc>
                <a:spcPct val="110000"/>
              </a:lnSpc>
              <a:defRPr sz="2400" b="0">
                <a:solidFill>
                  <a:schemeClr val="tx1"/>
                </a:solidFill>
                <a:latin typeface="+mn-lt"/>
              </a:defRPr>
            </a:lvl1pPr>
          </a:lstStyle>
          <a:p>
            <a:r>
              <a:rPr lang="en-US"/>
              <a:t>Click to edit Master title style</a:t>
            </a:r>
          </a:p>
        </p:txBody>
      </p:sp>
      <p:sp>
        <p:nvSpPr>
          <p:cNvPr id="12" name="Slide Number Placeholder 5">
            <a:extLst>
              <a:ext uri="{FF2B5EF4-FFF2-40B4-BE49-F238E27FC236}">
                <a16:creationId xmlns:a16="http://schemas.microsoft.com/office/drawing/2014/main" id="{1FF8FBE7-CB31-F823-094B-CB9EA8AAF9AF}"/>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2"/>
                </a:solidFill>
                <a:latin typeface="+mj-lt"/>
              </a:defRPr>
            </a:lvl1pPr>
          </a:lstStyle>
          <a:p>
            <a:fld id="{7ECAF3DD-865B-4F9E-8AEE-28157E83B0D8}" type="slidenum">
              <a:rPr lang="en-US" smtClean="0"/>
              <a:pPr/>
              <a:t>‹#›</a:t>
            </a:fld>
            <a:endParaRPr lang="en-US">
              <a:latin typeface="+mj-lt"/>
            </a:endParaRPr>
          </a:p>
        </p:txBody>
      </p:sp>
      <p:sp>
        <p:nvSpPr>
          <p:cNvPr id="4" name="Footer Placeholder 3">
            <a:extLst>
              <a:ext uri="{FF2B5EF4-FFF2-40B4-BE49-F238E27FC236}">
                <a16:creationId xmlns:a16="http://schemas.microsoft.com/office/drawing/2014/main" id="{A55B8BCE-73A3-7CA7-CC58-747C3404C3DC}"/>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A1BD17B6-3206-38BE-87EC-CD9B9EE33D87}"/>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2"/>
                </a:solidFill>
                <a:latin typeface="+mj-lt"/>
              </a:defRPr>
            </a:lvl1pPr>
          </a:lstStyle>
          <a:p>
            <a:fld id="{C6450B90-FA5F-4260-B63F-4293C21AA5D8}" type="datetime1">
              <a:rPr lang="en-US" smtClean="0"/>
              <a:t>8/21/2026</a:t>
            </a:fld>
            <a:endParaRPr lang="en-US">
              <a:latin typeface="+mj-lt"/>
            </a:endParaRP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67512" y="1260123"/>
            <a:ext cx="10872216" cy="4001867"/>
          </a:xfrm>
        </p:spPr>
        <p:txBody>
          <a:bodyPr anchor="b">
            <a:normAutofit/>
          </a:bodyPr>
          <a:lstStyle>
            <a:lvl1pPr marL="0" indent="0" algn="ctr">
              <a:lnSpc>
                <a:spcPct val="90000"/>
              </a:lnSpc>
              <a:buNone/>
              <a:defRPr sz="27000" b="0">
                <a:solidFill>
                  <a:schemeClr val="tx1"/>
                </a:solidFill>
                <a:latin typeface="+mj-lt"/>
              </a:defRPr>
            </a:lvl1pPr>
          </a:lstStyle>
          <a:p>
            <a:pPr lvl="0"/>
            <a:r>
              <a:rPr lang="en-US"/>
              <a:t>##%</a:t>
            </a:r>
          </a:p>
        </p:txBody>
      </p:sp>
      <p:cxnSp>
        <p:nvCxnSpPr>
          <p:cNvPr id="3" name="Straight Connector 2">
            <a:extLst>
              <a:ext uri="{FF2B5EF4-FFF2-40B4-BE49-F238E27FC236}">
                <a16:creationId xmlns:a16="http://schemas.microsoft.com/office/drawing/2014/main" id="{EF6D8E38-7B87-F523-02E2-2B25CEB03608}"/>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761563"/>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7A1B35B-8229-46A8-D790-35535AAFE220}"/>
              </a:ext>
            </a:extLst>
          </p:cNvPr>
          <p:cNvSpPr>
            <a:spLocks noGrp="1"/>
          </p:cNvSpPr>
          <p:nvPr>
            <p:ph type="title"/>
          </p:nvPr>
        </p:nvSpPr>
        <p:spPr>
          <a:xfrm>
            <a:off x="6885432" y="3588103"/>
            <a:ext cx="4654296" cy="1004011"/>
          </a:xfrm>
        </p:spPr>
        <p:txBody>
          <a:bodyPr/>
          <a:lstStyle>
            <a:lvl1pPr>
              <a:defRPr sz="1800">
                <a:latin typeface="+mn-lt"/>
              </a:defRPr>
            </a:lvl1pPr>
          </a:lstStyle>
          <a:p>
            <a:r>
              <a:rPr lang="en-US"/>
              <a:t>Click to edit Master title style</a:t>
            </a:r>
          </a:p>
        </p:txBody>
      </p:sp>
      <p:sp>
        <p:nvSpPr>
          <p:cNvPr id="12" name="Slide Number Placeholder 5">
            <a:extLst>
              <a:ext uri="{FF2B5EF4-FFF2-40B4-BE49-F238E27FC236}">
                <a16:creationId xmlns:a16="http://schemas.microsoft.com/office/drawing/2014/main" id="{4C520017-DEED-A8B1-38E4-3D9C706F4DB4}"/>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5" name="Footer Placeholder 3">
            <a:extLst>
              <a:ext uri="{FF2B5EF4-FFF2-40B4-BE49-F238E27FC236}">
                <a16:creationId xmlns:a16="http://schemas.microsoft.com/office/drawing/2014/main" id="{CEDC55A2-A0E7-BC03-FB67-1AA758AD2B75}"/>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FE5AE077-DF0B-A15B-4A79-30F0A8C231DA}"/>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42AEA91B-A988-4C4E-9746-AA5ABE9BBB3F}" type="datetime1">
              <a:rPr lang="en-US" smtClean="0"/>
              <a:t>8/21/2026</a:t>
            </a:fld>
            <a:endParaRPr lang="en-US"/>
          </a:p>
        </p:txBody>
      </p:sp>
      <p:sp>
        <p:nvSpPr>
          <p:cNvPr id="58" name="Content Placeholder 6">
            <a:extLst>
              <a:ext uri="{FF2B5EF4-FFF2-40B4-BE49-F238E27FC236}">
                <a16:creationId xmlns:a16="http://schemas.microsoft.com/office/drawing/2014/main" id="{0C283261-D09F-D80B-DF02-09F283F54579}"/>
              </a:ext>
            </a:extLst>
          </p:cNvPr>
          <p:cNvSpPr>
            <a:spLocks noGrp="1"/>
          </p:cNvSpPr>
          <p:nvPr>
            <p:ph sz="quarter" idx="13" hasCustomPrompt="1"/>
          </p:nvPr>
        </p:nvSpPr>
        <p:spPr>
          <a:xfrm>
            <a:off x="667512" y="2340333"/>
            <a:ext cx="5897880" cy="2841267"/>
          </a:xfrm>
        </p:spPr>
        <p:txBody>
          <a:bodyPr anchor="b">
            <a:normAutofit/>
          </a:bodyPr>
          <a:lstStyle>
            <a:lvl1pPr marL="0" indent="0" algn="r">
              <a:lnSpc>
                <a:spcPct val="90000"/>
              </a:lnSpc>
              <a:buNone/>
              <a:defRPr sz="18800" b="0">
                <a:solidFill>
                  <a:schemeClr val="tx1"/>
                </a:solidFill>
                <a:latin typeface="+mj-lt"/>
              </a:defRPr>
            </a:lvl1pPr>
          </a:lstStyle>
          <a:p>
            <a:pPr lvl="0"/>
            <a:r>
              <a:rPr lang="en-US"/>
              <a:t>##%</a:t>
            </a:r>
          </a:p>
        </p:txBody>
      </p:sp>
      <p:cxnSp>
        <p:nvCxnSpPr>
          <p:cNvPr id="21" name="Straight Connector 20">
            <a:extLst>
              <a:ext uri="{FF2B5EF4-FFF2-40B4-BE49-F238E27FC236}">
                <a16:creationId xmlns:a16="http://schemas.microsoft.com/office/drawing/2014/main" id="{5F68E3B3-F766-2399-A850-117BB05D38EC}"/>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2714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6998A46-1881-B476-51CF-DDBA11933195}"/>
              </a:ext>
            </a:extLst>
          </p:cNvPr>
          <p:cNvSpPr>
            <a:spLocks noGrp="1"/>
          </p:cNvSpPr>
          <p:nvPr>
            <p:ph type="title"/>
          </p:nvPr>
        </p:nvSpPr>
        <p:spPr>
          <a:xfrm>
            <a:off x="5105400" y="4953000"/>
            <a:ext cx="6434328" cy="914399"/>
          </a:xfrm>
        </p:spPr>
        <p:txBody>
          <a:bodyPr anchor="b">
            <a:normAutofit/>
          </a:bodyPr>
          <a:lstStyle>
            <a:lvl1pPr algn="r">
              <a:lnSpc>
                <a:spcPct val="110000"/>
              </a:lnSpc>
              <a:defRPr sz="2000" b="0">
                <a:solidFill>
                  <a:schemeClr val="tx1"/>
                </a:solidFill>
                <a:latin typeface="+mn-lt"/>
              </a:defRPr>
            </a:lvl1pPr>
          </a:lstStyle>
          <a:p>
            <a:r>
              <a:rPr lang="en-US"/>
              <a:t>Click to edit Master title style</a:t>
            </a:r>
          </a:p>
        </p:txBody>
      </p:sp>
      <p:sp>
        <p:nvSpPr>
          <p:cNvPr id="12" name="Slide Number Placeholder 5">
            <a:extLst>
              <a:ext uri="{FF2B5EF4-FFF2-40B4-BE49-F238E27FC236}">
                <a16:creationId xmlns:a16="http://schemas.microsoft.com/office/drawing/2014/main" id="{99D111AB-E6BB-B51B-3774-250F8A219559}"/>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5" name="Footer Placeholder 3">
            <a:extLst>
              <a:ext uri="{FF2B5EF4-FFF2-40B4-BE49-F238E27FC236}">
                <a16:creationId xmlns:a16="http://schemas.microsoft.com/office/drawing/2014/main" id="{2086923B-C836-873F-BA3F-1171CEF3818C}"/>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3DD07E36-A89A-C684-334C-95E913FD7AF7}"/>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767A4C6E-5706-496D-877F-B4C57BC6FFA4}" type="datetime1">
              <a:rPr lang="en-US" smtClean="0"/>
              <a:t>8/21/2026</a:t>
            </a:fld>
            <a:endParaRPr lang="en-US"/>
          </a:p>
        </p:txBody>
      </p:sp>
      <p:sp>
        <p:nvSpPr>
          <p:cNvPr id="8" name="Content Placeholder 7">
            <a:extLst>
              <a:ext uri="{FF2B5EF4-FFF2-40B4-BE49-F238E27FC236}">
                <a16:creationId xmlns:a16="http://schemas.microsoft.com/office/drawing/2014/main" id="{0A625DF0-C949-7B52-0DA5-761A193DD143}"/>
              </a:ext>
            </a:extLst>
          </p:cNvPr>
          <p:cNvSpPr>
            <a:spLocks noGrp="1"/>
          </p:cNvSpPr>
          <p:nvPr>
            <p:ph sz="quarter" idx="16" hasCustomPrompt="1"/>
          </p:nvPr>
        </p:nvSpPr>
        <p:spPr>
          <a:xfrm>
            <a:off x="667512" y="1260122"/>
            <a:ext cx="8567928" cy="3321050"/>
          </a:xfrm>
        </p:spPr>
        <p:txBody>
          <a:bodyPr lIns="0" anchor="t"/>
          <a:lstStyle>
            <a:lvl1pPr marL="0" indent="0">
              <a:lnSpc>
                <a:spcPct val="90000"/>
              </a:lnSpc>
              <a:buNone/>
              <a:defRPr sz="27000" baseline="0">
                <a:latin typeface="+mj-lt"/>
              </a:defRPr>
            </a:lvl1pPr>
          </a:lstStyle>
          <a:p>
            <a:pPr lvl="0"/>
            <a:r>
              <a:rPr lang="en-US"/>
              <a:t>##%</a:t>
            </a:r>
          </a:p>
        </p:txBody>
      </p:sp>
      <p:cxnSp>
        <p:nvCxnSpPr>
          <p:cNvPr id="23" name="Straight Connector 22">
            <a:extLst>
              <a:ext uri="{FF2B5EF4-FFF2-40B4-BE49-F238E27FC236}">
                <a16:creationId xmlns:a16="http://schemas.microsoft.com/office/drawing/2014/main" id="{D5CE8610-8DAD-B42F-CE17-9A61CF604E32}"/>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448847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4">
    <p:bg>
      <p:bgRef idx="1001">
        <a:schemeClr val="bg1"/>
      </p:bgRef>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A1D4649-10A0-CD50-74CC-45C45343A27B}"/>
              </a:ext>
            </a:extLst>
          </p:cNvPr>
          <p:cNvSpPr>
            <a:spLocks noGrp="1"/>
          </p:cNvSpPr>
          <p:nvPr>
            <p:ph type="title"/>
          </p:nvPr>
        </p:nvSpPr>
        <p:spPr>
          <a:xfrm>
            <a:off x="667512" y="1260121"/>
            <a:ext cx="6434328" cy="914399"/>
          </a:xfrm>
        </p:spPr>
        <p:txBody>
          <a:bodyPr anchor="t"/>
          <a:lstStyle>
            <a:lvl1pPr>
              <a:lnSpc>
                <a:spcPct val="110000"/>
              </a:lnSpc>
              <a:defRPr sz="2000">
                <a:latin typeface="+mn-lt"/>
              </a:defRPr>
            </a:lvl1pPr>
          </a:lstStyle>
          <a:p>
            <a:r>
              <a:rPr lang="en-US"/>
              <a:t>Click to edit Master title style</a:t>
            </a:r>
          </a:p>
        </p:txBody>
      </p:sp>
      <p:sp>
        <p:nvSpPr>
          <p:cNvPr id="7" name="Slide Number Placeholder 6">
            <a:extLst>
              <a:ext uri="{FF2B5EF4-FFF2-40B4-BE49-F238E27FC236}">
                <a16:creationId xmlns:a16="http://schemas.microsoft.com/office/drawing/2014/main" id="{1DCF3C09-A143-7C58-8361-A1A30E09BB7E}"/>
              </a:ext>
            </a:extLst>
          </p:cNvPr>
          <p:cNvSpPr>
            <a:spLocks noGrp="1"/>
          </p:cNvSpPr>
          <p:nvPr>
            <p:ph type="sldNum" sz="quarter" idx="17"/>
          </p:nvPr>
        </p:nvSpPr>
        <p:spPr/>
        <p:txBody>
          <a:bodyPr/>
          <a:lstStyle/>
          <a:p>
            <a:fld id="{7ECAF3DD-865B-4F9E-8AEE-28157E83B0D8}" type="slidenum">
              <a:rPr lang="en-US" smtClean="0"/>
              <a:pPr/>
              <a:t>‹#›</a:t>
            </a:fld>
            <a:endParaRPr lang="en-US"/>
          </a:p>
        </p:txBody>
      </p:sp>
      <p:sp>
        <p:nvSpPr>
          <p:cNvPr id="6" name="Footer Placeholder 5">
            <a:extLst>
              <a:ext uri="{FF2B5EF4-FFF2-40B4-BE49-F238E27FC236}">
                <a16:creationId xmlns:a16="http://schemas.microsoft.com/office/drawing/2014/main" id="{3D7C42FF-AD7C-F8F7-C545-16F1396B0414}"/>
              </a:ext>
            </a:extLst>
          </p:cNvPr>
          <p:cNvSpPr>
            <a:spLocks noGrp="1"/>
          </p:cNvSpPr>
          <p:nvPr>
            <p:ph type="ftr" sz="quarter" idx="16"/>
          </p:nvPr>
        </p:nvSpPr>
        <p:spPr/>
        <p:txBody>
          <a:bodyPr/>
          <a:lstStyle/>
          <a:p>
            <a:r>
              <a:rPr lang="en-US"/>
              <a:t>Presentation title</a:t>
            </a:r>
          </a:p>
        </p:txBody>
      </p:sp>
      <p:sp>
        <p:nvSpPr>
          <p:cNvPr id="5" name="Date Placeholder 4">
            <a:extLst>
              <a:ext uri="{FF2B5EF4-FFF2-40B4-BE49-F238E27FC236}">
                <a16:creationId xmlns:a16="http://schemas.microsoft.com/office/drawing/2014/main" id="{270864F6-5492-7E93-732A-79871A38F6A2}"/>
              </a:ext>
            </a:extLst>
          </p:cNvPr>
          <p:cNvSpPr>
            <a:spLocks noGrp="1"/>
          </p:cNvSpPr>
          <p:nvPr>
            <p:ph type="dt" sz="half" idx="15"/>
          </p:nvPr>
        </p:nvSpPr>
        <p:spPr/>
        <p:txBody>
          <a:bodyPr/>
          <a:lstStyle/>
          <a:p>
            <a:fld id="{DEE4FD85-5D6D-4FA4-A373-26EC0F227592}" type="datetime1">
              <a:rPr lang="en-US" smtClean="0"/>
              <a:pPr/>
              <a:t>8/21/2026</a:t>
            </a:fld>
            <a:endParaRPr lang="en-US"/>
          </a:p>
        </p:txBody>
      </p:sp>
      <p:sp>
        <p:nvSpPr>
          <p:cNvPr id="8" name="Content Placeholder 6">
            <a:extLst>
              <a:ext uri="{FF2B5EF4-FFF2-40B4-BE49-F238E27FC236}">
                <a16:creationId xmlns:a16="http://schemas.microsoft.com/office/drawing/2014/main" id="{DF5EC54E-20FB-F3A9-2BC4-1F199E02BBFE}"/>
              </a:ext>
            </a:extLst>
          </p:cNvPr>
          <p:cNvSpPr>
            <a:spLocks noGrp="1"/>
          </p:cNvSpPr>
          <p:nvPr>
            <p:ph sz="quarter" idx="14" hasCustomPrompt="1"/>
          </p:nvPr>
        </p:nvSpPr>
        <p:spPr>
          <a:xfrm>
            <a:off x="667512" y="2867038"/>
            <a:ext cx="10872216" cy="3803080"/>
          </a:xfrm>
        </p:spPr>
        <p:txBody>
          <a:bodyPr anchor="b">
            <a:normAutofit/>
          </a:bodyPr>
          <a:lstStyle>
            <a:lvl1pPr marL="0" indent="0" algn="r">
              <a:lnSpc>
                <a:spcPct val="90000"/>
              </a:lnSpc>
              <a:buNone/>
              <a:defRPr sz="27000" b="0">
                <a:solidFill>
                  <a:schemeClr val="tx1"/>
                </a:solidFill>
                <a:latin typeface="+mj-lt"/>
              </a:defRPr>
            </a:lvl1pPr>
          </a:lstStyle>
          <a:p>
            <a:pPr lvl="0"/>
            <a:r>
              <a:rPr lang="en-US"/>
              <a:t>##%</a:t>
            </a:r>
          </a:p>
        </p:txBody>
      </p:sp>
      <p:cxnSp>
        <p:nvCxnSpPr>
          <p:cNvPr id="2" name="Straight Connector 1">
            <a:extLst>
              <a:ext uri="{FF2B5EF4-FFF2-40B4-BE49-F238E27FC236}">
                <a16:creationId xmlns:a16="http://schemas.microsoft.com/office/drawing/2014/main" id="{0B48B3D8-4B19-BAF5-1D40-0762FE6DB9DE}"/>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4525602"/>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1"/>
                </a:solidFill>
              </a:defRPr>
            </a:lvl1pPr>
          </a:lstStyle>
          <a:p>
            <a:r>
              <a:rPr lang="en-US"/>
              <a:t>Click to edit Master title style</a:t>
            </a:r>
          </a:p>
        </p:txBody>
      </p:sp>
      <p:sp>
        <p:nvSpPr>
          <p:cNvPr id="6" name="Slide Number Placeholder 5">
            <a:extLst>
              <a:ext uri="{FF2B5EF4-FFF2-40B4-BE49-F238E27FC236}">
                <a16:creationId xmlns:a16="http://schemas.microsoft.com/office/drawing/2014/main" id="{C953C7CD-28CA-A697-2C6E-4988B96F1599}"/>
              </a:ext>
            </a:extLst>
          </p:cNvPr>
          <p:cNvSpPr>
            <a:spLocks noGrp="1"/>
          </p:cNvSpPr>
          <p:nvPr>
            <p:ph type="sldNum" sz="quarter" idx="16"/>
          </p:nvPr>
        </p:nvSpPr>
        <p:spPr/>
        <p:txBody>
          <a:bodyPr/>
          <a:lstStyle/>
          <a:p>
            <a:fld id="{7ECAF3DD-865B-4F9E-8AEE-28157E83B0D8}" type="slidenum">
              <a:rPr lang="en-US" smtClean="0"/>
              <a:pPr/>
              <a:t>‹#›</a:t>
            </a:fld>
            <a:endParaRPr lang="en-US"/>
          </a:p>
        </p:txBody>
      </p:sp>
      <p:sp>
        <p:nvSpPr>
          <p:cNvPr id="5" name="Footer Placeholder 4">
            <a:extLst>
              <a:ext uri="{FF2B5EF4-FFF2-40B4-BE49-F238E27FC236}">
                <a16:creationId xmlns:a16="http://schemas.microsoft.com/office/drawing/2014/main" id="{71FA6BF3-667A-870C-5D19-51619AB6B277}"/>
              </a:ext>
            </a:extLst>
          </p:cNvPr>
          <p:cNvSpPr>
            <a:spLocks noGrp="1"/>
          </p:cNvSpPr>
          <p:nvPr>
            <p:ph type="ftr" sz="quarter" idx="15"/>
          </p:nvPr>
        </p:nvSpPr>
        <p:spPr/>
        <p:txBody>
          <a:bodyPr/>
          <a:lstStyle/>
          <a:p>
            <a:r>
              <a:rPr lang="en-US"/>
              <a:t>Presentation title</a:t>
            </a:r>
          </a:p>
        </p:txBody>
      </p:sp>
      <p:sp>
        <p:nvSpPr>
          <p:cNvPr id="4" name="Date Placeholder 3">
            <a:extLst>
              <a:ext uri="{FF2B5EF4-FFF2-40B4-BE49-F238E27FC236}">
                <a16:creationId xmlns:a16="http://schemas.microsoft.com/office/drawing/2014/main" id="{1FD420FB-9218-95EB-46B9-29FD0F851C00}"/>
              </a:ext>
            </a:extLst>
          </p:cNvPr>
          <p:cNvSpPr>
            <a:spLocks noGrp="1"/>
          </p:cNvSpPr>
          <p:nvPr>
            <p:ph type="dt" sz="half" idx="14"/>
          </p:nvPr>
        </p:nvSpPr>
        <p:spPr/>
        <p:txBody>
          <a:bodyPr/>
          <a:lstStyle/>
          <a:p>
            <a:fld id="{DEE4FD85-5D6D-4FA4-A373-26EC0F227592}" type="datetime1">
              <a:rPr lang="en-US" smtClean="0"/>
              <a:pPr/>
              <a:t>8/21/2026</a:t>
            </a:fld>
            <a:endParaRPr lang="en-US"/>
          </a:p>
        </p:txBody>
      </p:sp>
      <p:sp>
        <p:nvSpPr>
          <p:cNvPr id="9" name="Content Placeholder 8">
            <a:extLst>
              <a:ext uri="{FF2B5EF4-FFF2-40B4-BE49-F238E27FC236}">
                <a16:creationId xmlns:a16="http://schemas.microsoft.com/office/drawing/2014/main" id="{B3DC45E6-A328-ED2E-0067-FADFC532E1C0}"/>
              </a:ext>
            </a:extLst>
          </p:cNvPr>
          <p:cNvSpPr>
            <a:spLocks noGrp="1"/>
          </p:cNvSpPr>
          <p:nvPr>
            <p:ph sz="quarter" idx="17" hasCustomPrompt="1"/>
          </p:nvPr>
        </p:nvSpPr>
        <p:spPr>
          <a:xfrm>
            <a:off x="667512" y="2263803"/>
            <a:ext cx="10872216" cy="4016375"/>
          </a:xfrm>
        </p:spPr>
        <p:txBody>
          <a:bodyPr>
            <a:noAutofit/>
          </a:bodyPr>
          <a:lstStyle>
            <a:lvl1pPr marL="0" indent="0">
              <a:lnSpc>
                <a:spcPct val="90000"/>
              </a:lnSpc>
              <a:buNone/>
              <a:defRPr sz="6600" b="1"/>
            </a:lvl1pPr>
            <a:lvl2pPr>
              <a:lnSpc>
                <a:spcPct val="90000"/>
              </a:lnSpc>
              <a:buNone/>
              <a:defRPr sz="6000" b="1"/>
            </a:lvl2pPr>
            <a:lvl3pPr>
              <a:lnSpc>
                <a:spcPct val="90000"/>
              </a:lnSpc>
              <a:buNone/>
              <a:defRPr sz="5400" b="1"/>
            </a:lvl3pPr>
            <a:lvl4pPr>
              <a:lnSpc>
                <a:spcPct val="90000"/>
              </a:lnSpc>
              <a:buNone/>
              <a:defRPr sz="4800" b="1"/>
            </a:lvl4pPr>
            <a:lvl5pPr>
              <a:lnSpc>
                <a:spcPct val="90000"/>
              </a:lnSpc>
              <a:buNone/>
              <a:defRPr sz="44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9484643"/>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32F02D43-D898-074B-2F4A-2E266C52B977}"/>
              </a:ext>
            </a:extLst>
          </p:cNvPr>
          <p:cNvSpPr>
            <a:spLocks noGrp="1"/>
          </p:cNvSpPr>
          <p:nvPr>
            <p:ph type="sldNum" sz="quarter" idx="16"/>
          </p:nvPr>
        </p:nvSpPr>
        <p:spPr/>
        <p:txBody>
          <a:body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EFCA496B-7B93-03B1-B65E-BA8867738947}"/>
              </a:ext>
            </a:extLst>
          </p:cNvPr>
          <p:cNvSpPr>
            <a:spLocks noGrp="1"/>
          </p:cNvSpPr>
          <p:nvPr>
            <p:ph type="ftr" sz="quarter" idx="15"/>
          </p:nvPr>
        </p:nvSpPr>
        <p:spPr/>
        <p:txBody>
          <a:bodyPr/>
          <a:lstStyle/>
          <a:p>
            <a:r>
              <a:rPr lang="en-US"/>
              <a:t>Presentation title</a:t>
            </a:r>
          </a:p>
        </p:txBody>
      </p:sp>
      <p:sp>
        <p:nvSpPr>
          <p:cNvPr id="3" name="Date Placeholder 2">
            <a:extLst>
              <a:ext uri="{FF2B5EF4-FFF2-40B4-BE49-F238E27FC236}">
                <a16:creationId xmlns:a16="http://schemas.microsoft.com/office/drawing/2014/main" id="{6D8DF7A4-E0F3-8D7E-0ABC-3BCF9DE309F4}"/>
              </a:ext>
            </a:extLst>
          </p:cNvPr>
          <p:cNvSpPr>
            <a:spLocks noGrp="1"/>
          </p:cNvSpPr>
          <p:nvPr>
            <p:ph type="dt" sz="half" idx="14"/>
          </p:nvPr>
        </p:nvSpPr>
        <p:spPr/>
        <p:txBody>
          <a:bodyPr/>
          <a:lstStyle/>
          <a:p>
            <a:fld id="{DEE4FD85-5D6D-4FA4-A373-26EC0F227592}" type="datetime1">
              <a:rPr lang="en-US" smtClean="0"/>
              <a:pPr/>
              <a:t>8/21/2026</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67512" y="2584093"/>
            <a:ext cx="7141464" cy="3696085"/>
          </a:xfrm>
        </p:spPr>
        <p:txBody>
          <a:bodyPr anchor="b">
            <a:noAutofit/>
          </a:bodyPr>
          <a:lstStyle>
            <a:lvl1pPr marL="0" indent="0">
              <a:lnSpc>
                <a:spcPct val="80000"/>
              </a:lnSpc>
              <a:buNone/>
              <a:defRPr sz="5400" b="1">
                <a:solidFill>
                  <a:schemeClr val="tx1"/>
                </a:solidFill>
              </a:defRPr>
            </a:lvl1pPr>
            <a:lvl2pPr marL="228600" indent="0">
              <a:lnSpc>
                <a:spcPct val="80000"/>
              </a:lnSpc>
              <a:buNone/>
              <a:defRPr sz="4800" b="1">
                <a:solidFill>
                  <a:schemeClr val="tx1"/>
                </a:solidFill>
              </a:defRPr>
            </a:lvl2pPr>
            <a:lvl3pPr marL="457200" indent="0">
              <a:lnSpc>
                <a:spcPct val="80000"/>
              </a:lnSpc>
              <a:buNone/>
              <a:defRPr sz="4400" b="1">
                <a:solidFill>
                  <a:schemeClr val="tx1"/>
                </a:solidFill>
              </a:defRPr>
            </a:lvl3pPr>
            <a:lvl4pPr marL="685800" indent="0">
              <a:lnSpc>
                <a:spcPct val="80000"/>
              </a:lnSpc>
              <a:buNone/>
              <a:defRPr sz="4000" b="1">
                <a:solidFill>
                  <a:schemeClr val="tx1"/>
                </a:solidFill>
              </a:defRPr>
            </a:lvl4pPr>
            <a:lvl5pPr marL="914400" indent="0">
              <a:lnSpc>
                <a:spcPct val="80000"/>
              </a:lnSpc>
              <a:buNone/>
              <a:defRPr sz="3600" b="1">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6854943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cxnSp>
        <p:nvCxnSpPr>
          <p:cNvPr id="23" name="Straight Connector 22">
            <a:extLst>
              <a:ext uri="{FF2B5EF4-FFF2-40B4-BE49-F238E27FC236}">
                <a16:creationId xmlns:a16="http://schemas.microsoft.com/office/drawing/2014/main" id="{26F1BA4B-6C36-0F18-9372-DA7A5F1C85C2}"/>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026092CA-ECA9-8DE8-53B7-CDFBCE831DCE}"/>
              </a:ext>
            </a:extLst>
          </p:cNvPr>
          <p:cNvSpPr>
            <a:spLocks noGrp="1"/>
          </p:cNvSpPr>
          <p:nvPr>
            <p:ph type="sldNum" sz="quarter" idx="16"/>
          </p:nvPr>
        </p:nvSpPr>
        <p:spPr/>
        <p:txBody>
          <a:body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5E4674DE-B35B-F149-D476-49F8B87CF1B3}"/>
              </a:ext>
            </a:extLst>
          </p:cNvPr>
          <p:cNvSpPr>
            <a:spLocks noGrp="1"/>
          </p:cNvSpPr>
          <p:nvPr>
            <p:ph type="ftr" sz="quarter" idx="15"/>
          </p:nvPr>
        </p:nvSpPr>
        <p:spPr/>
        <p:txBody>
          <a:bodyPr/>
          <a:lstStyle/>
          <a:p>
            <a:r>
              <a:rPr lang="en-US"/>
              <a:t>Presentation title</a:t>
            </a:r>
          </a:p>
        </p:txBody>
      </p:sp>
      <p:sp>
        <p:nvSpPr>
          <p:cNvPr id="3" name="Date Placeholder 2">
            <a:extLst>
              <a:ext uri="{FF2B5EF4-FFF2-40B4-BE49-F238E27FC236}">
                <a16:creationId xmlns:a16="http://schemas.microsoft.com/office/drawing/2014/main" id="{B2470E04-C92A-571D-EE15-1EA7F7A15C32}"/>
              </a:ext>
            </a:extLst>
          </p:cNvPr>
          <p:cNvSpPr>
            <a:spLocks noGrp="1"/>
          </p:cNvSpPr>
          <p:nvPr>
            <p:ph type="dt" sz="half" idx="14"/>
          </p:nvPr>
        </p:nvSpPr>
        <p:spPr/>
        <p:txBody>
          <a:bodyPr/>
          <a:lstStyle/>
          <a:p>
            <a:fld id="{DEE4FD85-5D6D-4FA4-A373-26EC0F227592}" type="datetime1">
              <a:rPr lang="en-US" smtClean="0"/>
              <a:pPr/>
              <a:t>8/21/2026</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911096" y="1260123"/>
            <a:ext cx="8385048" cy="4336005"/>
          </a:xfrm>
        </p:spPr>
        <p:txBody>
          <a:bodyPr anchor="ctr">
            <a:noAutofit/>
          </a:bodyPr>
          <a:lstStyle>
            <a:lvl1pPr marL="0" indent="0" algn="ctr">
              <a:lnSpc>
                <a:spcPct val="80000"/>
              </a:lnSpc>
              <a:buNone/>
              <a:defRPr sz="5400" b="1"/>
            </a:lvl1pPr>
            <a:lvl2pPr marL="228600" indent="0" algn="ctr">
              <a:lnSpc>
                <a:spcPct val="80000"/>
              </a:lnSpc>
              <a:buNone/>
              <a:defRPr sz="4800" b="1"/>
            </a:lvl2pPr>
            <a:lvl3pPr marL="457200" indent="0" algn="ctr">
              <a:lnSpc>
                <a:spcPct val="80000"/>
              </a:lnSpc>
              <a:buNone/>
              <a:defRPr sz="4400" b="1"/>
            </a:lvl3pPr>
            <a:lvl4pPr marL="685800" indent="0" algn="ctr">
              <a:lnSpc>
                <a:spcPct val="80000"/>
              </a:lnSpc>
              <a:buNone/>
              <a:defRPr sz="4000" b="1"/>
            </a:lvl4pPr>
            <a:lvl5pPr marL="914400" indent="0" algn="ctr">
              <a:lnSpc>
                <a:spcPct val="80000"/>
              </a:lnSpc>
              <a:buNone/>
              <a:defRPr sz="36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0904852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cxnSp>
        <p:nvCxnSpPr>
          <p:cNvPr id="23" name="Straight Connector 22">
            <a:extLst>
              <a:ext uri="{FF2B5EF4-FFF2-40B4-BE49-F238E27FC236}">
                <a16:creationId xmlns:a16="http://schemas.microsoft.com/office/drawing/2014/main" id="{79794304-0909-E703-ABD0-A8D3AA1D3CCB}"/>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591B9D34-540A-0829-F717-D8DDCD95ED26}"/>
              </a:ext>
            </a:extLst>
          </p:cNvPr>
          <p:cNvSpPr>
            <a:spLocks noGrp="1"/>
          </p:cNvSpPr>
          <p:nvPr>
            <p:ph type="sldNum" sz="quarter" idx="17"/>
          </p:nvPr>
        </p:nvSpPr>
        <p:spPr/>
        <p:txBody>
          <a:body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2DB738BA-7842-B75F-DB1F-0E8B3174D122}"/>
              </a:ext>
            </a:extLst>
          </p:cNvPr>
          <p:cNvSpPr>
            <a:spLocks noGrp="1"/>
          </p:cNvSpPr>
          <p:nvPr>
            <p:ph type="ftr" sz="quarter" idx="16"/>
          </p:nvPr>
        </p:nvSpPr>
        <p:spPr/>
        <p:txBody>
          <a:bodyPr/>
          <a:lstStyle/>
          <a:p>
            <a:r>
              <a:rPr lang="en-US"/>
              <a:t>Presentation title</a:t>
            </a:r>
          </a:p>
        </p:txBody>
      </p:sp>
      <p:sp>
        <p:nvSpPr>
          <p:cNvPr id="3" name="Date Placeholder 2">
            <a:extLst>
              <a:ext uri="{FF2B5EF4-FFF2-40B4-BE49-F238E27FC236}">
                <a16:creationId xmlns:a16="http://schemas.microsoft.com/office/drawing/2014/main" id="{D7DC4253-2B14-9D47-A10A-ABC853ABD5FE}"/>
              </a:ext>
            </a:extLst>
          </p:cNvPr>
          <p:cNvSpPr>
            <a:spLocks noGrp="1"/>
          </p:cNvSpPr>
          <p:nvPr>
            <p:ph type="dt" sz="half" idx="15"/>
          </p:nvPr>
        </p:nvSpPr>
        <p:spPr/>
        <p:txBody>
          <a:bodyPr/>
          <a:lstStyle/>
          <a:p>
            <a:fld id="{DEE4FD85-5D6D-4FA4-A373-26EC0F227592}" type="datetime1">
              <a:rPr lang="en-US" smtClean="0"/>
              <a:pPr/>
              <a:t>8/21/2026</a:t>
            </a:fld>
            <a:endParaRPr lang="en-US"/>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667512" y="1260123"/>
            <a:ext cx="10856976" cy="4378678"/>
          </a:xfrm>
        </p:spPr>
        <p:txBody>
          <a:bodyPr anchor="ctr">
            <a:noAutofit/>
          </a:bodyPr>
          <a:lstStyle>
            <a:lvl1pPr marL="0" indent="0" algn="ctr">
              <a:lnSpc>
                <a:spcPct val="80000"/>
              </a:lnSpc>
              <a:buNone/>
              <a:defRPr sz="6600" b="1">
                <a:solidFill>
                  <a:schemeClr val="tx1"/>
                </a:solidFill>
              </a:defRPr>
            </a:lvl1pPr>
            <a:lvl2pPr marL="228600" indent="0" algn="ctr">
              <a:lnSpc>
                <a:spcPct val="80000"/>
              </a:lnSpc>
              <a:buNone/>
              <a:defRPr sz="6600" b="1">
                <a:solidFill>
                  <a:schemeClr val="tx1"/>
                </a:solidFill>
              </a:defRPr>
            </a:lvl2pPr>
            <a:lvl3pPr marL="457200" indent="0" algn="ctr">
              <a:lnSpc>
                <a:spcPct val="80000"/>
              </a:lnSpc>
              <a:buNone/>
              <a:defRPr sz="6600" b="1">
                <a:solidFill>
                  <a:schemeClr val="tx1"/>
                </a:solidFill>
              </a:defRPr>
            </a:lvl3pPr>
            <a:lvl4pPr marL="685800" indent="0" algn="ctr">
              <a:lnSpc>
                <a:spcPct val="80000"/>
              </a:lnSpc>
              <a:buNone/>
              <a:defRPr sz="6600" b="1">
                <a:solidFill>
                  <a:schemeClr val="tx1"/>
                </a:solidFill>
              </a:defRPr>
            </a:lvl4pPr>
            <a:lvl5pPr marL="914400" indent="0" algn="ctr">
              <a:lnSpc>
                <a:spcPct val="80000"/>
              </a:lnSpc>
              <a:buNone/>
              <a:defRPr sz="6600" b="1">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5360833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1"/>
                </a:solidFill>
              </a:defRPr>
            </a:lvl1pPr>
          </a:lstStyle>
          <a:p>
            <a:r>
              <a:rPr lang="en-US"/>
              <a:t>Click to edit Master title style</a:t>
            </a:r>
          </a:p>
        </p:txBody>
      </p:sp>
      <p:cxnSp>
        <p:nvCxnSpPr>
          <p:cNvPr id="39" name="Straight Connector 38">
            <a:extLst>
              <a:ext uri="{FF2B5EF4-FFF2-40B4-BE49-F238E27FC236}">
                <a16:creationId xmlns:a16="http://schemas.microsoft.com/office/drawing/2014/main" id="{32339983-4EA3-348A-36E4-6BDF2E720E7F}"/>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D6222C3D-C209-8D3D-CD43-54C045382B94}"/>
              </a:ext>
            </a:extLst>
          </p:cNvPr>
          <p:cNvSpPr>
            <a:spLocks noGrp="1"/>
          </p:cNvSpPr>
          <p:nvPr>
            <p:ph type="sldNum" sz="quarter" idx="16"/>
          </p:nvPr>
        </p:nvSpPr>
        <p:spPr/>
        <p:txBody>
          <a:body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D29EE51E-D132-4B65-C82B-431B5CE66259}"/>
              </a:ext>
            </a:extLst>
          </p:cNvPr>
          <p:cNvSpPr>
            <a:spLocks noGrp="1"/>
          </p:cNvSpPr>
          <p:nvPr>
            <p:ph type="ftr" sz="quarter" idx="15"/>
          </p:nvPr>
        </p:nvSpPr>
        <p:spPr/>
        <p:txBody>
          <a:bodyPr/>
          <a:lstStyle/>
          <a:p>
            <a:r>
              <a:rPr lang="en-US"/>
              <a:t>Presentation title</a:t>
            </a:r>
          </a:p>
        </p:txBody>
      </p:sp>
      <p:sp>
        <p:nvSpPr>
          <p:cNvPr id="3" name="Date Placeholder 2">
            <a:extLst>
              <a:ext uri="{FF2B5EF4-FFF2-40B4-BE49-F238E27FC236}">
                <a16:creationId xmlns:a16="http://schemas.microsoft.com/office/drawing/2014/main" id="{DE61169C-A599-D4B1-B140-DEA20B291D67}"/>
              </a:ext>
            </a:extLst>
          </p:cNvPr>
          <p:cNvSpPr>
            <a:spLocks noGrp="1"/>
          </p:cNvSpPr>
          <p:nvPr>
            <p:ph type="dt" sz="half" idx="14"/>
          </p:nvPr>
        </p:nvSpPr>
        <p:spPr/>
        <p:txBody>
          <a:bodyPr/>
          <a:lstStyle/>
          <a:p>
            <a:fld id="{DEE4FD85-5D6D-4FA4-A373-26EC0F227592}" type="datetime1">
              <a:rPr lang="en-US" smtClean="0"/>
              <a:pPr/>
              <a:t>8/21/2026</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67512" y="1260122"/>
            <a:ext cx="10872216" cy="4336005"/>
          </a:xfrm>
        </p:spPr>
        <p:txBody>
          <a:bodyPr vert="horz" lIns="91440" tIns="45720" rIns="91440" bIns="45720" rtlCol="0" anchor="ctr">
            <a:noAutofit/>
          </a:bodyPr>
          <a:lstStyle>
            <a:lvl1pPr marL="0" indent="0" algn="ctr">
              <a:lnSpc>
                <a:spcPct val="80000"/>
              </a:lnSpc>
              <a:buNone/>
              <a:defRPr lang="en-US" sz="6600" b="1" dirty="0"/>
            </a:lvl1pPr>
            <a:lvl2pPr marL="228600" indent="0" algn="ctr">
              <a:lnSpc>
                <a:spcPct val="80000"/>
              </a:lnSpc>
              <a:buNone/>
              <a:defRPr lang="en-US" sz="6000" b="1" dirty="0"/>
            </a:lvl2pPr>
            <a:lvl3pPr marL="457200" indent="0" algn="ctr">
              <a:lnSpc>
                <a:spcPct val="80000"/>
              </a:lnSpc>
              <a:buNone/>
              <a:defRPr lang="en-US" sz="5400" b="1" dirty="0"/>
            </a:lvl3pPr>
            <a:lvl4pPr marL="685800" indent="0" algn="ctr">
              <a:lnSpc>
                <a:spcPct val="80000"/>
              </a:lnSpc>
              <a:buNone/>
              <a:defRPr lang="en-US" sz="4800" b="1" dirty="0"/>
            </a:lvl4pPr>
            <a:lvl5pPr marL="914400" indent="0" algn="ctr">
              <a:lnSpc>
                <a:spcPct val="80000"/>
              </a:lnSpc>
              <a:buNone/>
              <a:defRPr lang="en-US" sz="4400" b="1" dirty="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34545708"/>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a:t>Quote Author</a:t>
            </a:r>
          </a:p>
        </p:txBody>
      </p:sp>
      <p:cxnSp>
        <p:nvCxnSpPr>
          <p:cNvPr id="3" name="Straight Connector 2">
            <a:extLst>
              <a:ext uri="{FF2B5EF4-FFF2-40B4-BE49-F238E27FC236}">
                <a16:creationId xmlns:a16="http://schemas.microsoft.com/office/drawing/2014/main" id="{33DBFA62-C703-0AC1-148A-B14C03AEBBCC}"/>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959FB2CD-26DD-138F-E7D5-D99CF92FC046}"/>
              </a:ext>
            </a:extLst>
          </p:cNvPr>
          <p:cNvSpPr>
            <a:spLocks noGrp="1"/>
          </p:cNvSpPr>
          <p:nvPr>
            <p:ph type="sldNum" sz="quarter" idx="16"/>
          </p:nvPr>
        </p:nvSpPr>
        <p:spPr/>
        <p:txBody>
          <a:bodyPr/>
          <a:lstStyle/>
          <a:p>
            <a:fld id="{7ECAF3DD-865B-4F9E-8AEE-28157E83B0D8}" type="slidenum">
              <a:rPr lang="en-US" smtClean="0"/>
              <a:pPr/>
              <a:t>‹#›</a:t>
            </a:fld>
            <a:endParaRPr lang="en-US"/>
          </a:p>
        </p:txBody>
      </p:sp>
      <p:sp>
        <p:nvSpPr>
          <p:cNvPr id="5" name="Footer Placeholder 4">
            <a:extLst>
              <a:ext uri="{FF2B5EF4-FFF2-40B4-BE49-F238E27FC236}">
                <a16:creationId xmlns:a16="http://schemas.microsoft.com/office/drawing/2014/main" id="{CD5DD61F-5499-1F7B-3D4F-C205EDFB346B}"/>
              </a:ext>
            </a:extLst>
          </p:cNvPr>
          <p:cNvSpPr>
            <a:spLocks noGrp="1"/>
          </p:cNvSpPr>
          <p:nvPr>
            <p:ph type="ftr" sz="quarter" idx="15"/>
          </p:nvPr>
        </p:nvSpPr>
        <p:spPr/>
        <p:txBody>
          <a:bodyPr/>
          <a:lstStyle/>
          <a:p>
            <a:r>
              <a:rPr lang="en-US"/>
              <a:t>Presentation title</a:t>
            </a:r>
          </a:p>
        </p:txBody>
      </p:sp>
      <p:sp>
        <p:nvSpPr>
          <p:cNvPr id="4" name="Date Placeholder 3">
            <a:extLst>
              <a:ext uri="{FF2B5EF4-FFF2-40B4-BE49-F238E27FC236}">
                <a16:creationId xmlns:a16="http://schemas.microsoft.com/office/drawing/2014/main" id="{18BDC4E4-BD80-9BA6-E269-5F53DEFE8EF4}"/>
              </a:ext>
            </a:extLst>
          </p:cNvPr>
          <p:cNvSpPr>
            <a:spLocks noGrp="1"/>
          </p:cNvSpPr>
          <p:nvPr>
            <p:ph type="dt" sz="half" idx="14"/>
          </p:nvPr>
        </p:nvSpPr>
        <p:spPr/>
        <p:txBody>
          <a:bodyPr/>
          <a:lstStyle/>
          <a:p>
            <a:fld id="{DEE4FD85-5D6D-4FA4-A373-26EC0F227592}" type="datetime1">
              <a:rPr lang="en-US" smtClean="0"/>
              <a:pPr/>
              <a:t>8/21/2026</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80000"/>
              </a:lnSpc>
              <a:spcBef>
                <a:spcPts val="0"/>
              </a:spcBef>
              <a:buNone/>
              <a:defRPr sz="4800">
                <a:latin typeface="+mj-lt"/>
              </a:defRPr>
            </a:lvl1pPr>
          </a:lstStyle>
          <a:p>
            <a:pPr lvl="0"/>
            <a:r>
              <a:rPr lang="en-US"/>
              <a:t>Click to add Quote</a:t>
            </a:r>
          </a:p>
        </p:txBody>
      </p:sp>
    </p:spTree>
    <p:extLst>
      <p:ext uri="{BB962C8B-B14F-4D97-AF65-F5344CB8AC3E}">
        <p14:creationId xmlns:p14="http://schemas.microsoft.com/office/powerpoint/2010/main" val="13829290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64458" y="4955722"/>
            <a:ext cx="8863084" cy="669472"/>
          </a:xfrm>
        </p:spPr>
        <p:txBody>
          <a:bodyPr anchor="ctr">
            <a:normAutofit/>
          </a:bodyPr>
          <a:lstStyle>
            <a:lvl1pPr algn="r">
              <a:lnSpc>
                <a:spcPct val="120000"/>
              </a:lnSpc>
              <a:defRPr sz="2000" spc="0">
                <a:solidFill>
                  <a:schemeClr val="tx1"/>
                </a:solidFill>
                <a:latin typeface="+mn-lt"/>
              </a:defRPr>
            </a:lvl1pPr>
          </a:lstStyle>
          <a:p>
            <a:r>
              <a:rPr lang="en-US"/>
              <a:t>Quote Author</a:t>
            </a:r>
          </a:p>
        </p:txBody>
      </p:sp>
      <p:cxnSp>
        <p:nvCxnSpPr>
          <p:cNvPr id="3" name="Straight Connector 2">
            <a:extLst>
              <a:ext uri="{FF2B5EF4-FFF2-40B4-BE49-F238E27FC236}">
                <a16:creationId xmlns:a16="http://schemas.microsoft.com/office/drawing/2014/main" id="{006AA888-6209-5DDB-D7BD-AFFE2FC73553}"/>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6F431659-F86C-4E1E-BF5A-D3C97715A17E}"/>
              </a:ext>
            </a:extLst>
          </p:cNvPr>
          <p:cNvSpPr>
            <a:spLocks noGrp="1"/>
          </p:cNvSpPr>
          <p:nvPr>
            <p:ph type="sldNum" sz="quarter" idx="16"/>
          </p:nvPr>
        </p:nvSpPr>
        <p:spPr/>
        <p:txBody>
          <a:bodyPr/>
          <a:lstStyle/>
          <a:p>
            <a:fld id="{7ECAF3DD-865B-4F9E-8AEE-28157E83B0D8}" type="slidenum">
              <a:rPr lang="en-US" smtClean="0"/>
              <a:pPr/>
              <a:t>‹#›</a:t>
            </a:fld>
            <a:endParaRPr lang="en-US"/>
          </a:p>
        </p:txBody>
      </p:sp>
      <p:sp>
        <p:nvSpPr>
          <p:cNvPr id="5" name="Footer Placeholder 4">
            <a:extLst>
              <a:ext uri="{FF2B5EF4-FFF2-40B4-BE49-F238E27FC236}">
                <a16:creationId xmlns:a16="http://schemas.microsoft.com/office/drawing/2014/main" id="{51CEEDE5-19B7-1E08-E491-B9E81966AF7B}"/>
              </a:ext>
            </a:extLst>
          </p:cNvPr>
          <p:cNvSpPr>
            <a:spLocks noGrp="1"/>
          </p:cNvSpPr>
          <p:nvPr>
            <p:ph type="ftr" sz="quarter" idx="15"/>
          </p:nvPr>
        </p:nvSpPr>
        <p:spPr/>
        <p:txBody>
          <a:bodyPr/>
          <a:lstStyle/>
          <a:p>
            <a:r>
              <a:rPr lang="en-US"/>
              <a:t>Presentation title</a:t>
            </a:r>
          </a:p>
        </p:txBody>
      </p:sp>
      <p:sp>
        <p:nvSpPr>
          <p:cNvPr id="4" name="Date Placeholder 3">
            <a:extLst>
              <a:ext uri="{FF2B5EF4-FFF2-40B4-BE49-F238E27FC236}">
                <a16:creationId xmlns:a16="http://schemas.microsoft.com/office/drawing/2014/main" id="{66F69BF3-C0E3-D599-94DA-A66273FC81CA}"/>
              </a:ext>
            </a:extLst>
          </p:cNvPr>
          <p:cNvSpPr>
            <a:spLocks noGrp="1"/>
          </p:cNvSpPr>
          <p:nvPr>
            <p:ph type="dt" sz="half" idx="14"/>
          </p:nvPr>
        </p:nvSpPr>
        <p:spPr/>
        <p:txBody>
          <a:bodyPr/>
          <a:lstStyle/>
          <a:p>
            <a:fld id="{DEE4FD85-5D6D-4FA4-A373-26EC0F227592}" type="datetime1">
              <a:rPr lang="en-US" smtClean="0"/>
              <a:pPr/>
              <a:t>8/21/2026</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64458" y="1344168"/>
            <a:ext cx="8863085" cy="3291840"/>
          </a:xfrm>
        </p:spPr>
        <p:txBody>
          <a:bodyPr anchor="ctr">
            <a:normAutofit/>
          </a:bodyPr>
          <a:lstStyle>
            <a:lvl1pPr marL="164592" indent="-164592">
              <a:lnSpc>
                <a:spcPct val="80000"/>
              </a:lnSpc>
              <a:spcBef>
                <a:spcPts val="0"/>
              </a:spcBef>
              <a:buNone/>
              <a:defRPr sz="4800">
                <a:latin typeface="+mj-lt"/>
              </a:defRPr>
            </a:lvl1pPr>
          </a:lstStyle>
          <a:p>
            <a:pPr lvl="0"/>
            <a:r>
              <a:rPr lang="en-US"/>
              <a:t>Click to add Quote</a:t>
            </a:r>
          </a:p>
        </p:txBody>
      </p:sp>
    </p:spTree>
    <p:extLst>
      <p:ext uri="{BB962C8B-B14F-4D97-AF65-F5344CB8AC3E}">
        <p14:creationId xmlns:p14="http://schemas.microsoft.com/office/powerpoint/2010/main" val="1281550999"/>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4893733"/>
            <a:ext cx="5638800" cy="788610"/>
          </a:xfrm>
        </p:spPr>
        <p:txBody>
          <a:bodyPr anchor="ctr">
            <a:normAutofit/>
          </a:bodyPr>
          <a:lstStyle>
            <a:lvl1pPr algn="r">
              <a:lnSpc>
                <a:spcPct val="120000"/>
              </a:lnSpc>
              <a:defRPr sz="2000" b="1" spc="0">
                <a:solidFill>
                  <a:schemeClr val="accent1">
                    <a:lumMod val="75000"/>
                  </a:schemeClr>
                </a:solidFill>
                <a:latin typeface="+mn-lt"/>
              </a:defRPr>
            </a:lvl1pPr>
          </a:lstStyle>
          <a:p>
            <a:r>
              <a:rPr lang="en-US"/>
              <a:t>Quote Author</a:t>
            </a:r>
          </a:p>
        </p:txBody>
      </p:sp>
      <p:cxnSp>
        <p:nvCxnSpPr>
          <p:cNvPr id="3" name="Straight Connector 2">
            <a:extLst>
              <a:ext uri="{FF2B5EF4-FFF2-40B4-BE49-F238E27FC236}">
                <a16:creationId xmlns:a16="http://schemas.microsoft.com/office/drawing/2014/main" id="{4BEA7269-E0C0-24FF-83AE-918E65572670}"/>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3896EDFB-F0D6-8773-D221-6D97A3A83749}"/>
              </a:ext>
            </a:extLst>
          </p:cNvPr>
          <p:cNvSpPr>
            <a:spLocks noGrp="1"/>
          </p:cNvSpPr>
          <p:nvPr>
            <p:ph type="sldNum" sz="quarter" idx="16"/>
          </p:nvPr>
        </p:nvSpPr>
        <p:spPr/>
        <p:txBody>
          <a:bodyPr/>
          <a:lstStyle/>
          <a:p>
            <a:fld id="{7ECAF3DD-865B-4F9E-8AEE-28157E83B0D8}" type="slidenum">
              <a:rPr lang="en-US" smtClean="0"/>
              <a:pPr/>
              <a:t>‹#›</a:t>
            </a:fld>
            <a:endParaRPr lang="en-US"/>
          </a:p>
        </p:txBody>
      </p:sp>
      <p:sp>
        <p:nvSpPr>
          <p:cNvPr id="5" name="Footer Placeholder 4">
            <a:extLst>
              <a:ext uri="{FF2B5EF4-FFF2-40B4-BE49-F238E27FC236}">
                <a16:creationId xmlns:a16="http://schemas.microsoft.com/office/drawing/2014/main" id="{F472A14C-8640-6C73-0A10-13EC61472A76}"/>
              </a:ext>
            </a:extLst>
          </p:cNvPr>
          <p:cNvSpPr>
            <a:spLocks noGrp="1"/>
          </p:cNvSpPr>
          <p:nvPr>
            <p:ph type="ftr" sz="quarter" idx="15"/>
          </p:nvPr>
        </p:nvSpPr>
        <p:spPr/>
        <p:txBody>
          <a:bodyPr/>
          <a:lstStyle/>
          <a:p>
            <a:r>
              <a:rPr lang="en-US"/>
              <a:t>Presentation title</a:t>
            </a:r>
          </a:p>
        </p:txBody>
      </p:sp>
      <p:sp>
        <p:nvSpPr>
          <p:cNvPr id="4" name="Date Placeholder 3">
            <a:extLst>
              <a:ext uri="{FF2B5EF4-FFF2-40B4-BE49-F238E27FC236}">
                <a16:creationId xmlns:a16="http://schemas.microsoft.com/office/drawing/2014/main" id="{056D7FDF-AAFD-AF9A-6E11-36DE42D52AF2}"/>
              </a:ext>
            </a:extLst>
          </p:cNvPr>
          <p:cNvSpPr>
            <a:spLocks noGrp="1"/>
          </p:cNvSpPr>
          <p:nvPr>
            <p:ph type="dt" sz="half" idx="14"/>
          </p:nvPr>
        </p:nvSpPr>
        <p:spPr/>
        <p:txBody>
          <a:bodyPr/>
          <a:lstStyle/>
          <a:p>
            <a:fld id="{DEE4FD85-5D6D-4FA4-A373-26EC0F227592}" type="datetime1">
              <a:rPr lang="en-US" smtClean="0"/>
              <a:pPr/>
              <a:t>8/21/2026</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862666" y="1388534"/>
            <a:ext cx="8483601" cy="3371246"/>
          </a:xfrm>
        </p:spPr>
        <p:txBody>
          <a:bodyPr anchor="ctr">
            <a:normAutofit/>
          </a:bodyPr>
          <a:lstStyle>
            <a:lvl1pPr marL="164592" indent="-164592">
              <a:lnSpc>
                <a:spcPct val="80000"/>
              </a:lnSpc>
              <a:spcBef>
                <a:spcPts val="0"/>
              </a:spcBef>
              <a:buNone/>
              <a:defRPr sz="5400">
                <a:latin typeface="+mj-lt"/>
              </a:defRPr>
            </a:lvl1pPr>
          </a:lstStyle>
          <a:p>
            <a:pPr lvl="0"/>
            <a:r>
              <a:rPr lang="en-US"/>
              <a:t>Click to add Quote</a:t>
            </a:r>
          </a:p>
        </p:txBody>
      </p:sp>
    </p:spTree>
    <p:extLst>
      <p:ext uri="{BB962C8B-B14F-4D97-AF65-F5344CB8AC3E}">
        <p14:creationId xmlns:p14="http://schemas.microsoft.com/office/powerpoint/2010/main" val="372269865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0" y="1261872"/>
            <a:ext cx="10872217" cy="1033953"/>
          </a:xfrm>
        </p:spPr>
        <p:txBody>
          <a:bodyPr anchor="t">
            <a:normAutofit/>
          </a:bodyPr>
          <a:lstStyle>
            <a:lvl1pPr>
              <a:defRPr sz="4000"/>
            </a:lvl1pPr>
          </a:lstStyle>
          <a:p>
            <a:r>
              <a:rPr lang="en-US"/>
              <a:t>Click to edit Master title style</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65392" y="2584093"/>
            <a:ext cx="4974336" cy="36960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04DE775-DB75-CB1A-BFE8-78BCAD77D753}"/>
              </a:ext>
            </a:extLst>
          </p:cNvPr>
          <p:cNvSpPr>
            <a:spLocks noGrp="1"/>
          </p:cNvSpPr>
          <p:nvPr>
            <p:ph type="sldNum" sz="quarter" idx="19"/>
          </p:nvPr>
        </p:nvSpPr>
        <p:spPr/>
        <p:txBody>
          <a:bodyPr/>
          <a:lstStyle/>
          <a:p>
            <a:fld id="{7ECAF3DD-865B-4F9E-8AEE-28157E83B0D8}" type="slidenum">
              <a:rPr lang="en-US" smtClean="0"/>
              <a:pPr/>
              <a:t>‹#›</a:t>
            </a:fld>
            <a:endParaRPr lang="en-US"/>
          </a:p>
        </p:txBody>
      </p:sp>
      <p:sp>
        <p:nvSpPr>
          <p:cNvPr id="5" name="Footer Placeholder 4">
            <a:extLst>
              <a:ext uri="{FF2B5EF4-FFF2-40B4-BE49-F238E27FC236}">
                <a16:creationId xmlns:a16="http://schemas.microsoft.com/office/drawing/2014/main" id="{B8BA12C1-730A-27D0-9441-4063B2F4C8C5}"/>
              </a:ext>
            </a:extLst>
          </p:cNvPr>
          <p:cNvSpPr>
            <a:spLocks noGrp="1"/>
          </p:cNvSpPr>
          <p:nvPr>
            <p:ph type="ftr" sz="quarter" idx="18"/>
          </p:nvPr>
        </p:nvSpPr>
        <p:spPr/>
        <p:txBody>
          <a:bodyPr/>
          <a:lstStyle/>
          <a:p>
            <a:r>
              <a:rPr lang="en-US"/>
              <a:t>Presentation title</a:t>
            </a:r>
          </a:p>
        </p:txBody>
      </p:sp>
      <p:sp>
        <p:nvSpPr>
          <p:cNvPr id="3" name="Date Placeholder 2">
            <a:extLst>
              <a:ext uri="{FF2B5EF4-FFF2-40B4-BE49-F238E27FC236}">
                <a16:creationId xmlns:a16="http://schemas.microsoft.com/office/drawing/2014/main" id="{C9BC83B6-5689-7B78-207A-AE1FEA615FD1}"/>
              </a:ext>
            </a:extLst>
          </p:cNvPr>
          <p:cNvSpPr>
            <a:spLocks noGrp="1"/>
          </p:cNvSpPr>
          <p:nvPr>
            <p:ph type="dt" sz="half" idx="17"/>
          </p:nvPr>
        </p:nvSpPr>
        <p:spPr/>
        <p:txBody>
          <a:bodyPr/>
          <a:lstStyle/>
          <a:p>
            <a:fld id="{DEE4FD85-5D6D-4FA4-A373-26EC0F227592}" type="datetime1">
              <a:rPr lang="en-US" smtClean="0"/>
              <a:pPr/>
              <a:t>8/21/2026</a:t>
            </a:fld>
            <a:endParaRPr lang="en-US"/>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67511" y="2584093"/>
            <a:ext cx="4974337" cy="36960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428573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8405356D-E1B4-45BE-D7D0-42A7AAB8D793}"/>
              </a:ext>
            </a:extLst>
          </p:cNvPr>
          <p:cNvSpPr>
            <a:spLocks noGrp="1"/>
          </p:cNvSpPr>
          <p:nvPr>
            <p:ph type="title"/>
          </p:nvPr>
        </p:nvSpPr>
        <p:spPr>
          <a:xfrm>
            <a:off x="667510" y="1261872"/>
            <a:ext cx="10872217" cy="1033953"/>
          </a:xfrm>
        </p:spPr>
        <p:txBody>
          <a:bodyPr anchor="t">
            <a:normAutofit/>
          </a:bodyPr>
          <a:lstStyle>
            <a:lvl1pPr>
              <a:defRPr sz="4000"/>
            </a:lvl1pPr>
          </a:lstStyle>
          <a:p>
            <a:r>
              <a:rPr lang="en-US"/>
              <a:t>Click to edit Master title style</a:t>
            </a:r>
          </a:p>
        </p:txBody>
      </p:sp>
      <p:sp>
        <p:nvSpPr>
          <p:cNvPr id="7" name="Slide Number Placeholder 6">
            <a:extLst>
              <a:ext uri="{FF2B5EF4-FFF2-40B4-BE49-F238E27FC236}">
                <a16:creationId xmlns:a16="http://schemas.microsoft.com/office/drawing/2014/main" id="{30D59815-8676-26E4-EA5A-1B1ACFB6E9BD}"/>
              </a:ext>
            </a:extLst>
          </p:cNvPr>
          <p:cNvSpPr>
            <a:spLocks noGrp="1"/>
          </p:cNvSpPr>
          <p:nvPr>
            <p:ph type="sldNum" sz="quarter" idx="19"/>
          </p:nvPr>
        </p:nvSpPr>
        <p:spPr/>
        <p:txBody>
          <a:body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70E3E38B-0671-3294-31A5-2E4961FF5273}"/>
              </a:ext>
            </a:extLst>
          </p:cNvPr>
          <p:cNvSpPr>
            <a:spLocks noGrp="1"/>
          </p:cNvSpPr>
          <p:nvPr>
            <p:ph type="ftr" sz="quarter" idx="18"/>
          </p:nvPr>
        </p:nvSpPr>
        <p:spPr/>
        <p:txBody>
          <a:bodyPr/>
          <a:lstStyle/>
          <a:p>
            <a:r>
              <a:rPr lang="en-US"/>
              <a:t>Presentation title</a:t>
            </a:r>
          </a:p>
        </p:txBody>
      </p:sp>
      <p:sp>
        <p:nvSpPr>
          <p:cNvPr id="2" name="Date Placeholder 1">
            <a:extLst>
              <a:ext uri="{FF2B5EF4-FFF2-40B4-BE49-F238E27FC236}">
                <a16:creationId xmlns:a16="http://schemas.microsoft.com/office/drawing/2014/main" id="{023455C6-2D37-DA7B-B30D-DEC4B5CFB927}"/>
              </a:ext>
            </a:extLst>
          </p:cNvPr>
          <p:cNvSpPr>
            <a:spLocks noGrp="1"/>
          </p:cNvSpPr>
          <p:nvPr>
            <p:ph type="dt" sz="half" idx="17"/>
          </p:nvPr>
        </p:nvSpPr>
        <p:spPr/>
        <p:txBody>
          <a:bodyPr/>
          <a:lstStyle/>
          <a:p>
            <a:fld id="{DEE4FD85-5D6D-4FA4-A373-26EC0F227592}" type="datetime1">
              <a:rPr lang="en-US" smtClean="0"/>
              <a:pPr/>
              <a:t>8/21/2026</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52272" y="2584094"/>
            <a:ext cx="4989576" cy="665483"/>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67512" y="3569539"/>
            <a:ext cx="4974336" cy="27106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65392" y="2565527"/>
            <a:ext cx="4974336" cy="72118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65392" y="3569538"/>
            <a:ext cx="4974336" cy="27106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7485486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69C627C0-7428-BA8A-D0E2-CC8A8D377103}"/>
              </a:ext>
            </a:extLst>
          </p:cNvPr>
          <p:cNvSpPr>
            <a:spLocks noGrp="1"/>
          </p:cNvSpPr>
          <p:nvPr>
            <p:ph type="title"/>
          </p:nvPr>
        </p:nvSpPr>
        <p:spPr>
          <a:xfrm>
            <a:off x="667510" y="1261872"/>
            <a:ext cx="10872217" cy="1033953"/>
          </a:xfrm>
        </p:spPr>
        <p:txBody>
          <a:bodyPr anchor="t">
            <a:normAutofit/>
          </a:bodyPr>
          <a:lstStyle>
            <a:lvl1pPr>
              <a:defRPr sz="4000"/>
            </a:lvl1pPr>
          </a:lstStyle>
          <a:p>
            <a:r>
              <a:rPr lang="en-US"/>
              <a:t>Click to edit Master title style</a:t>
            </a:r>
          </a:p>
        </p:txBody>
      </p:sp>
      <p:sp>
        <p:nvSpPr>
          <p:cNvPr id="4" name="Slide Number Placeholder 3">
            <a:extLst>
              <a:ext uri="{FF2B5EF4-FFF2-40B4-BE49-F238E27FC236}">
                <a16:creationId xmlns:a16="http://schemas.microsoft.com/office/drawing/2014/main" id="{3F3C0BCA-D1D7-CF64-AEC7-33E55DBC4D04}"/>
              </a:ext>
            </a:extLst>
          </p:cNvPr>
          <p:cNvSpPr>
            <a:spLocks noGrp="1"/>
          </p:cNvSpPr>
          <p:nvPr>
            <p:ph type="sldNum" sz="quarter" idx="12"/>
          </p:nvPr>
        </p:nvSpPr>
        <p:spPr/>
        <p:txBody>
          <a:bodyPr/>
          <a:lstStyle/>
          <a:p>
            <a:fld id="{7ECAF3DD-865B-4F9E-8AEE-28157E83B0D8}" type="slidenum">
              <a:rPr lang="en-US" smtClean="0"/>
              <a:pPr/>
              <a:t>‹#›</a:t>
            </a:fld>
            <a:endParaRPr lang="en-US"/>
          </a:p>
        </p:txBody>
      </p:sp>
      <p:sp>
        <p:nvSpPr>
          <p:cNvPr id="3" name="Footer Placeholder 2">
            <a:extLst>
              <a:ext uri="{FF2B5EF4-FFF2-40B4-BE49-F238E27FC236}">
                <a16:creationId xmlns:a16="http://schemas.microsoft.com/office/drawing/2014/main" id="{6B9B36D5-9101-EA9F-061C-3EB80ED08A2E}"/>
              </a:ext>
            </a:extLst>
          </p:cNvPr>
          <p:cNvSpPr>
            <a:spLocks noGrp="1"/>
          </p:cNvSpPr>
          <p:nvPr>
            <p:ph type="ftr" sz="quarter" idx="11"/>
          </p:nvPr>
        </p:nvSpPr>
        <p:spPr/>
        <p:txBody>
          <a:bodyPr/>
          <a:lstStyle/>
          <a:p>
            <a:r>
              <a:rPr lang="en-US"/>
              <a:t>Presentation title</a:t>
            </a:r>
          </a:p>
        </p:txBody>
      </p:sp>
      <p:sp>
        <p:nvSpPr>
          <p:cNvPr id="2" name="Date Placeholder 1">
            <a:extLst>
              <a:ext uri="{FF2B5EF4-FFF2-40B4-BE49-F238E27FC236}">
                <a16:creationId xmlns:a16="http://schemas.microsoft.com/office/drawing/2014/main" id="{30FC613A-845B-FD71-729B-17AC533A8AAC}"/>
              </a:ext>
            </a:extLst>
          </p:cNvPr>
          <p:cNvSpPr>
            <a:spLocks noGrp="1"/>
          </p:cNvSpPr>
          <p:nvPr>
            <p:ph type="dt" sz="half" idx="10"/>
          </p:nvPr>
        </p:nvSpPr>
        <p:spPr/>
        <p:txBody>
          <a:bodyPr/>
          <a:lstStyle/>
          <a:p>
            <a:fld id="{DEE4FD85-5D6D-4FA4-A373-26EC0F227592}" type="datetime1">
              <a:rPr lang="en-US" smtClean="0"/>
              <a:pPr/>
              <a:t>8/21/2026</a:t>
            </a:fld>
            <a:endParaRPr lang="en-US"/>
          </a:p>
        </p:txBody>
      </p:sp>
    </p:spTree>
    <p:extLst>
      <p:ext uri="{BB962C8B-B14F-4D97-AF65-F5344CB8AC3E}">
        <p14:creationId xmlns:p14="http://schemas.microsoft.com/office/powerpoint/2010/main" val="255379400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26DE469-E242-00F6-D36A-8C98D6219C51}"/>
              </a:ext>
            </a:extLst>
          </p:cNvPr>
          <p:cNvSpPr>
            <a:spLocks noGrp="1"/>
          </p:cNvSpPr>
          <p:nvPr>
            <p:ph type="sldNum" sz="quarter" idx="12"/>
          </p:nvPr>
        </p:nvSpPr>
        <p:spPr/>
        <p:txBody>
          <a:bodyPr/>
          <a:lstStyle/>
          <a:p>
            <a:fld id="{7ECAF3DD-865B-4F9E-8AEE-28157E83B0D8}" type="slidenum">
              <a:rPr lang="en-US" smtClean="0"/>
              <a:pPr/>
              <a:t>‹#›</a:t>
            </a:fld>
            <a:endParaRPr lang="en-US"/>
          </a:p>
        </p:txBody>
      </p:sp>
      <p:sp>
        <p:nvSpPr>
          <p:cNvPr id="3" name="Footer Placeholder 2">
            <a:extLst>
              <a:ext uri="{FF2B5EF4-FFF2-40B4-BE49-F238E27FC236}">
                <a16:creationId xmlns:a16="http://schemas.microsoft.com/office/drawing/2014/main" id="{CD2F422C-D8A7-AE2F-E398-B64591AD4716}"/>
              </a:ext>
            </a:extLst>
          </p:cNvPr>
          <p:cNvSpPr>
            <a:spLocks noGrp="1"/>
          </p:cNvSpPr>
          <p:nvPr>
            <p:ph type="ftr" sz="quarter" idx="11"/>
          </p:nvPr>
        </p:nvSpPr>
        <p:spPr/>
        <p:txBody>
          <a:bodyPr/>
          <a:lstStyle/>
          <a:p>
            <a:r>
              <a:rPr lang="en-US"/>
              <a:t>Presentation title</a:t>
            </a:r>
          </a:p>
        </p:txBody>
      </p:sp>
      <p:sp>
        <p:nvSpPr>
          <p:cNvPr id="2" name="Date Placeholder 1">
            <a:extLst>
              <a:ext uri="{FF2B5EF4-FFF2-40B4-BE49-F238E27FC236}">
                <a16:creationId xmlns:a16="http://schemas.microsoft.com/office/drawing/2014/main" id="{964113CA-1CE1-FE6B-9D3C-9E9AB40F4C3E}"/>
              </a:ext>
            </a:extLst>
          </p:cNvPr>
          <p:cNvSpPr>
            <a:spLocks noGrp="1"/>
          </p:cNvSpPr>
          <p:nvPr>
            <p:ph type="dt" sz="half" idx="10"/>
          </p:nvPr>
        </p:nvSpPr>
        <p:spPr/>
        <p:txBody>
          <a:bodyPr/>
          <a:lstStyle/>
          <a:p>
            <a:fld id="{DEE4FD85-5D6D-4FA4-A373-26EC0F227592}" type="datetime1">
              <a:rPr lang="en-US" smtClean="0"/>
              <a:pPr/>
              <a:t>8/21/2026</a:t>
            </a:fld>
            <a:endParaRPr lang="en-US"/>
          </a:p>
        </p:txBody>
      </p:sp>
    </p:spTree>
    <p:extLst>
      <p:ext uri="{BB962C8B-B14F-4D97-AF65-F5344CB8AC3E}">
        <p14:creationId xmlns:p14="http://schemas.microsoft.com/office/powerpoint/2010/main" val="158216396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67512" y="1260123"/>
            <a:ext cx="4654296" cy="1004010"/>
          </a:xfrm>
        </p:spPr>
        <p:txBody>
          <a:bodyPr anchor="t">
            <a:normAutofit/>
          </a:bodyPr>
          <a:lstStyle>
            <a:lvl1pPr>
              <a:defRPr sz="40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67512" y="2584094"/>
            <a:ext cx="4654296" cy="3696086"/>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641848" y="1260123"/>
            <a:ext cx="5882640" cy="504860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5F561563-9E70-4586-A914-471E339CD19B}"/>
              </a:ext>
            </a:extLst>
          </p:cNvPr>
          <p:cNvSpPr>
            <a:spLocks noGrp="1"/>
          </p:cNvSpPr>
          <p:nvPr>
            <p:ph type="sldNum" sz="quarter" idx="12"/>
          </p:nvPr>
        </p:nvSpPr>
        <p:spPr/>
        <p:txBody>
          <a:bodyPr/>
          <a:lstStyle/>
          <a:p>
            <a:fld id="{7ECAF3DD-865B-4F9E-8AEE-28157E83B0D8}" type="slidenum">
              <a:rPr lang="en-US" smtClean="0"/>
              <a:pPr/>
              <a:t>‹#›</a:t>
            </a:fld>
            <a:endParaRPr lang="en-US"/>
          </a:p>
        </p:txBody>
      </p:sp>
      <p:sp>
        <p:nvSpPr>
          <p:cNvPr id="6" name="Footer Placeholder 5">
            <a:extLst>
              <a:ext uri="{FF2B5EF4-FFF2-40B4-BE49-F238E27FC236}">
                <a16:creationId xmlns:a16="http://schemas.microsoft.com/office/drawing/2014/main" id="{F5A72062-C159-A70C-DAB3-C80E0D341ED8}"/>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DDA7ED0D-2631-05E7-635A-88D81CC3A4D7}"/>
              </a:ext>
            </a:extLst>
          </p:cNvPr>
          <p:cNvSpPr>
            <a:spLocks noGrp="1"/>
          </p:cNvSpPr>
          <p:nvPr>
            <p:ph type="dt" sz="half" idx="10"/>
          </p:nvPr>
        </p:nvSpPr>
        <p:spPr/>
        <p:txBody>
          <a:bodyPr/>
          <a:lstStyle/>
          <a:p>
            <a:fld id="{DEE4FD85-5D6D-4FA4-A373-26EC0F227592}" type="datetime1">
              <a:rPr lang="en-US" smtClean="0"/>
              <a:pPr/>
              <a:t>8/21/2026</a:t>
            </a:fld>
            <a:endParaRPr lang="en-US"/>
          </a:p>
        </p:txBody>
      </p:sp>
    </p:spTree>
    <p:extLst>
      <p:ext uri="{BB962C8B-B14F-4D97-AF65-F5344CB8AC3E}">
        <p14:creationId xmlns:p14="http://schemas.microsoft.com/office/powerpoint/2010/main" val="325515920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67512" y="1260123"/>
            <a:ext cx="3429386" cy="1004011"/>
          </a:xfrm>
        </p:spPr>
        <p:txBody>
          <a:bodyPr anchor="t">
            <a:normAutofit/>
          </a:bodyPr>
          <a:lstStyle>
            <a:lvl1pPr>
              <a:defRPr sz="4000"/>
            </a:lvl1pPr>
          </a:lstStyle>
          <a:p>
            <a:r>
              <a:rPr lang="en-US"/>
              <a:t>Click to edit Master title style</a:t>
            </a:r>
          </a:p>
        </p:txBody>
      </p:sp>
      <p:sp>
        <p:nvSpPr>
          <p:cNvPr id="7" name="Slide Number Placeholder 6">
            <a:extLst>
              <a:ext uri="{FF2B5EF4-FFF2-40B4-BE49-F238E27FC236}">
                <a16:creationId xmlns:a16="http://schemas.microsoft.com/office/drawing/2014/main" id="{BC39AD1E-0BFD-0C6E-EED4-3782FB82483A}"/>
              </a:ext>
            </a:extLst>
          </p:cNvPr>
          <p:cNvSpPr>
            <a:spLocks noGrp="1"/>
          </p:cNvSpPr>
          <p:nvPr>
            <p:ph type="sldNum" sz="quarter" idx="12"/>
          </p:nvPr>
        </p:nvSpPr>
        <p:spPr/>
        <p:txBody>
          <a:bodyPr/>
          <a:lstStyle/>
          <a:p>
            <a:fld id="{7ECAF3DD-865B-4F9E-8AEE-28157E83B0D8}" type="slidenum">
              <a:rPr lang="en-US" smtClean="0"/>
              <a:pPr/>
              <a:t>‹#›</a:t>
            </a:fld>
            <a:endParaRPr lang="en-US"/>
          </a:p>
        </p:txBody>
      </p:sp>
      <p:sp>
        <p:nvSpPr>
          <p:cNvPr id="6" name="Footer Placeholder 5">
            <a:extLst>
              <a:ext uri="{FF2B5EF4-FFF2-40B4-BE49-F238E27FC236}">
                <a16:creationId xmlns:a16="http://schemas.microsoft.com/office/drawing/2014/main" id="{2607554B-B714-3610-BD99-8CAEFA5662C2}"/>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42AFEDF4-9C70-920E-A49D-7787AA6DA023}"/>
              </a:ext>
            </a:extLst>
          </p:cNvPr>
          <p:cNvSpPr>
            <a:spLocks noGrp="1"/>
          </p:cNvSpPr>
          <p:nvPr>
            <p:ph type="dt" sz="half" idx="10"/>
          </p:nvPr>
        </p:nvSpPr>
        <p:spPr/>
        <p:txBody>
          <a:bodyPr/>
          <a:lstStyle/>
          <a:p>
            <a:fld id="{DEE4FD85-5D6D-4FA4-A373-26EC0F227592}" type="datetime1">
              <a:rPr lang="en-US" smtClean="0"/>
              <a:pPr/>
              <a:t>8/21/2026</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67511" y="2584094"/>
            <a:ext cx="3410711" cy="3696085"/>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398262" y="1260123"/>
            <a:ext cx="7141465" cy="5020056"/>
          </a:xfrm>
          <a:blipFill>
            <a:blip r:embed="rId2">
              <a:alphaModFix amt="60000"/>
              <a:extLst>
                <a:ext uri="{28A0092B-C50C-407E-A947-70E740481C1C}">
                  <a14:useLocalDpi xmlns:a14="http://schemas.microsoft.com/office/drawing/2010/main" val="0"/>
                </a:ext>
              </a:extLst>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287369743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2" y="1260121"/>
            <a:ext cx="10856976" cy="2008021"/>
          </a:xfrm>
        </p:spPr>
        <p:txBody>
          <a:bodyPr anchor="b">
            <a:normAutofit/>
          </a:bodyPr>
          <a:lstStyle>
            <a:lvl1pPr>
              <a:defRPr sz="7200"/>
            </a:lvl1pPr>
          </a:lstStyle>
          <a:p>
            <a:r>
              <a:rPr lang="en-US"/>
              <a:t>Click to edit Master title style</a:t>
            </a:r>
          </a:p>
        </p:txBody>
      </p:sp>
      <p:sp>
        <p:nvSpPr>
          <p:cNvPr id="5" name="Slide Number Placeholder 4">
            <a:extLst>
              <a:ext uri="{FF2B5EF4-FFF2-40B4-BE49-F238E27FC236}">
                <a16:creationId xmlns:a16="http://schemas.microsoft.com/office/drawing/2014/main" id="{258D07FC-43F1-4E18-580C-3C44320F91FD}"/>
              </a:ext>
            </a:extLst>
          </p:cNvPr>
          <p:cNvSpPr>
            <a:spLocks noGrp="1"/>
          </p:cNvSpPr>
          <p:nvPr>
            <p:ph type="sldNum" sz="quarter" idx="16"/>
          </p:nvPr>
        </p:nvSpPr>
        <p:spPr/>
        <p:txBody>
          <a:body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C225ABD4-FA73-E749-3EA0-9C6BA20EAC2D}"/>
              </a:ext>
            </a:extLst>
          </p:cNvPr>
          <p:cNvSpPr>
            <a:spLocks noGrp="1"/>
          </p:cNvSpPr>
          <p:nvPr>
            <p:ph type="ftr" sz="quarter" idx="15"/>
          </p:nvPr>
        </p:nvSpPr>
        <p:spPr/>
        <p:txBody>
          <a:bodyPr/>
          <a:lstStyle/>
          <a:p>
            <a:r>
              <a:rPr lang="en-US"/>
              <a:t>Presentation title</a:t>
            </a:r>
          </a:p>
        </p:txBody>
      </p:sp>
      <p:sp>
        <p:nvSpPr>
          <p:cNvPr id="3" name="Date Placeholder 2">
            <a:extLst>
              <a:ext uri="{FF2B5EF4-FFF2-40B4-BE49-F238E27FC236}">
                <a16:creationId xmlns:a16="http://schemas.microsoft.com/office/drawing/2014/main" id="{79A1E3B5-40D2-5FD4-06BA-E77052C7F056}"/>
              </a:ext>
            </a:extLst>
          </p:cNvPr>
          <p:cNvSpPr>
            <a:spLocks noGrp="1"/>
          </p:cNvSpPr>
          <p:nvPr>
            <p:ph type="dt" sz="half" idx="14"/>
          </p:nvPr>
        </p:nvSpPr>
        <p:spPr/>
        <p:txBody>
          <a:bodyPr/>
          <a:lstStyle/>
          <a:p>
            <a:fld id="{DEE4FD85-5D6D-4FA4-A373-26EC0F227592}" type="datetime1">
              <a:rPr lang="en-US" smtClean="0"/>
              <a:pPr/>
              <a:t>8/21/2026</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67511" y="3588104"/>
            <a:ext cx="10856977" cy="269207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6605904"/>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2" y="2584093"/>
            <a:ext cx="8375902" cy="1688061"/>
          </a:xfrm>
        </p:spPr>
        <p:txBody>
          <a:bodyPr anchor="b">
            <a:noAutofit/>
          </a:bodyPr>
          <a:lstStyle>
            <a:lvl1pPr>
              <a:defRPr sz="7200"/>
            </a:lvl1pPr>
          </a:lstStyle>
          <a:p>
            <a:r>
              <a:rPr lang="en-US"/>
              <a:t>Click to edit Master title style</a:t>
            </a:r>
          </a:p>
        </p:txBody>
      </p:sp>
      <p:sp>
        <p:nvSpPr>
          <p:cNvPr id="5" name="Slide Number Placeholder 4">
            <a:extLst>
              <a:ext uri="{FF2B5EF4-FFF2-40B4-BE49-F238E27FC236}">
                <a16:creationId xmlns:a16="http://schemas.microsoft.com/office/drawing/2014/main" id="{5E6AA90F-CC56-0B2B-76BD-895A361811F3}"/>
              </a:ext>
            </a:extLst>
          </p:cNvPr>
          <p:cNvSpPr>
            <a:spLocks noGrp="1"/>
          </p:cNvSpPr>
          <p:nvPr>
            <p:ph type="sldNum" sz="quarter" idx="17"/>
          </p:nvPr>
        </p:nvSpPr>
        <p:spPr/>
        <p:txBody>
          <a:body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CF8B045D-0D5B-3227-835A-58CF4E811909}"/>
              </a:ext>
            </a:extLst>
          </p:cNvPr>
          <p:cNvSpPr>
            <a:spLocks noGrp="1"/>
          </p:cNvSpPr>
          <p:nvPr>
            <p:ph type="ftr" sz="quarter" idx="16"/>
          </p:nvPr>
        </p:nvSpPr>
        <p:spPr/>
        <p:txBody>
          <a:bodyPr/>
          <a:lstStyle/>
          <a:p>
            <a:r>
              <a:rPr lang="en-US"/>
              <a:t>Presentation title</a:t>
            </a:r>
          </a:p>
        </p:txBody>
      </p:sp>
      <p:sp>
        <p:nvSpPr>
          <p:cNvPr id="3" name="Date Placeholder 2">
            <a:extLst>
              <a:ext uri="{FF2B5EF4-FFF2-40B4-BE49-F238E27FC236}">
                <a16:creationId xmlns:a16="http://schemas.microsoft.com/office/drawing/2014/main" id="{67A6090A-D950-230B-F6B3-C5035C3CEACF}"/>
              </a:ext>
            </a:extLst>
          </p:cNvPr>
          <p:cNvSpPr>
            <a:spLocks noGrp="1"/>
          </p:cNvSpPr>
          <p:nvPr>
            <p:ph type="dt" sz="half" idx="15"/>
          </p:nvPr>
        </p:nvSpPr>
        <p:spPr/>
        <p:txBody>
          <a:bodyPr/>
          <a:lstStyle/>
          <a:p>
            <a:fld id="{DEE4FD85-5D6D-4FA4-A373-26EC0F227592}" type="datetime1">
              <a:rPr lang="en-US" smtClean="0"/>
              <a:pPr/>
              <a:t>8/21/2026</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67512" y="4592115"/>
            <a:ext cx="8385048" cy="1688063"/>
          </a:xfrm>
        </p:spPr>
        <p:txBody>
          <a:bodyPr>
            <a:normAutofit/>
          </a:bodyPr>
          <a:lstStyle>
            <a:lvl1pPr marL="0" indent="0">
              <a:buNone/>
              <a:defRPr sz="1400"/>
            </a:lvl1pPr>
            <a:lvl2pPr marL="228600" indent="0">
              <a:buNone/>
              <a:defRPr sz="1200"/>
            </a:lvl2pPr>
            <a:lvl3pPr marL="457200" indent="0">
              <a:buNone/>
              <a:defRPr sz="11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1994412"/>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67512" y="1260121"/>
            <a:ext cx="10872216" cy="1004011"/>
          </a:xfrm>
          <a:prstGeom prst="rect">
            <a:avLst/>
          </a:prstGeom>
        </p:spPr>
        <p:txBody>
          <a:bodyPr vert="horz" lIns="91440" tIns="45720" rIns="91440" bIns="45720" rtlCol="0" anchor="b">
            <a:normAutofit/>
          </a:bodyPr>
          <a:lstStyle/>
          <a:p>
            <a:r>
              <a:rPr lang="en-US"/>
              <a:t>Click to edit Master title style</a:t>
            </a:r>
          </a:p>
        </p:txBody>
      </p:sp>
      <p:sp>
        <p:nvSpPr>
          <p:cNvPr id="29" name="Slide Number Placeholder 5">
            <a:extLst>
              <a:ext uri="{FF2B5EF4-FFF2-40B4-BE49-F238E27FC236}">
                <a16:creationId xmlns:a16="http://schemas.microsoft.com/office/drawing/2014/main" id="{87E7F9E7-BD7C-7BD1-18C4-D0670D6F7056}"/>
              </a:ext>
            </a:extLst>
          </p:cNvPr>
          <p:cNvSpPr>
            <a:spLocks noGrp="1"/>
          </p:cNvSpPr>
          <p:nvPr>
            <p:ph type="sldNum" sz="quarter" idx="4"/>
          </p:nvPr>
        </p:nvSpPr>
        <p:spPr>
          <a:xfrm>
            <a:off x="667512" y="187882"/>
            <a:ext cx="266609" cy="365125"/>
          </a:xfrm>
          <a:prstGeom prst="rect">
            <a:avLst/>
          </a:prstGeom>
        </p:spPr>
        <p:txBody>
          <a:bodyPr lIns="0" rIns="0" anchor="ctr"/>
          <a:lstStyle>
            <a:lvl1pPr algn="l" rtl="0">
              <a:defRPr sz="900" b="1">
                <a:solidFill>
                  <a:schemeClr val="tx1"/>
                </a:solidFill>
                <a:latin typeface="+mj-lt"/>
              </a:defRPr>
            </a:lvl1pPr>
          </a:lstStyle>
          <a:p>
            <a:fld id="{7ECAF3DD-865B-4F9E-8AEE-28157E83B0D8}" type="slidenum">
              <a:rPr lang="en-US" smtClean="0"/>
              <a:pPr/>
              <a:t>‹#›</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934122" y="181066"/>
            <a:ext cx="3144101" cy="365125"/>
          </a:xfrm>
          <a:prstGeom prst="rect">
            <a:avLst/>
          </a:prstGeom>
        </p:spPr>
        <p:txBody>
          <a:bodyPr vert="horz" lIns="91440" tIns="45720" rIns="91440" bIns="45720" rtlCol="0" anchor="ctr"/>
          <a:lstStyle>
            <a:lvl1pPr algn="l" rtl="0">
              <a:defRPr sz="900">
                <a:solidFill>
                  <a:schemeClr val="tx1"/>
                </a:solidFill>
                <a:latin typeface="+mj-lt"/>
              </a:defRPr>
            </a:lvl1pPr>
          </a:lstStyle>
          <a:p>
            <a:r>
              <a:rPr lang="en-US"/>
              <a:t>Presentation title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DEE4FD85-5D6D-4FA4-A373-26EC0F227592}" type="datetime1">
              <a:rPr lang="en-US" smtClean="0"/>
              <a:pPr/>
              <a:t>8/21/2026</a:t>
            </a:fld>
            <a:endParaRPr lang="en-US"/>
          </a:p>
        </p:txBody>
      </p:sp>
      <p:cxnSp>
        <p:nvCxnSpPr>
          <p:cNvPr id="26" name="Straight Connector 25">
            <a:extLst>
              <a:ext uri="{FF2B5EF4-FFF2-40B4-BE49-F238E27FC236}">
                <a16:creationId xmlns:a16="http://schemas.microsoft.com/office/drawing/2014/main" id="{BE2FCF00-BAB5-9903-A021-C98277BB5056}"/>
              </a:ext>
            </a:extLst>
          </p:cNvPr>
          <p:cNvCxnSpPr>
            <a:cxnSpLocks/>
          </p:cNvCxnSpPr>
          <p:nvPr userDrawn="1"/>
        </p:nvCxnSpPr>
        <p:spPr>
          <a:xfrm>
            <a:off x="652272" y="567605"/>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67512" y="2584094"/>
            <a:ext cx="10856976" cy="36960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734992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Lst>
  <p:hf hdr="0"/>
  <p:txStyles>
    <p:titleStyle>
      <a:lvl1pPr algn="l" defTabSz="914400" rtl="0" eaLnBrk="1" latinLnBrk="0" hangingPunct="1">
        <a:lnSpc>
          <a:spcPct val="80000"/>
        </a:lnSpc>
        <a:spcBef>
          <a:spcPct val="0"/>
        </a:spcBef>
        <a:buNone/>
        <a:defRPr sz="2800" b="0" kern="1200" spc="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9" orient="horz" pos="2160">
          <p15:clr>
            <a:srgbClr val="F26B43"/>
          </p15:clr>
        </p15:guide>
        <p15:guide id="20" pos="3840">
          <p15:clr>
            <a:srgbClr val="F26B43"/>
          </p15:clr>
        </p15:guide>
        <p15:guide id="21" pos="7296">
          <p15:clr>
            <a:srgbClr val="F26B43"/>
          </p15:clr>
        </p15:guide>
        <p15:guide id="22"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830EA-0A76-45D1-1363-BD8009840E1D}"/>
              </a:ext>
            </a:extLst>
          </p:cNvPr>
          <p:cNvSpPr>
            <a:spLocks noGrp="1"/>
          </p:cNvSpPr>
          <p:nvPr>
            <p:ph type="ctrTitle"/>
          </p:nvPr>
        </p:nvSpPr>
        <p:spPr>
          <a:xfrm>
            <a:off x="667512" y="1260124"/>
            <a:ext cx="9613392" cy="2978026"/>
          </a:xfrm>
        </p:spPr>
        <p:txBody>
          <a:bodyPr anchor="t">
            <a:normAutofit/>
          </a:bodyPr>
          <a:lstStyle/>
          <a:p>
            <a:r>
              <a:rPr lang="en-US" sz="7400" dirty="0"/>
              <a:t>Business and Technical Insights</a:t>
            </a:r>
            <a:r>
              <a:rPr lang="en-IN" sz="7400" dirty="0"/>
              <a:t> for X education </a:t>
            </a:r>
            <a:endParaRPr lang="en-US" sz="7400" dirty="0"/>
          </a:p>
        </p:txBody>
      </p:sp>
      <p:sp>
        <p:nvSpPr>
          <p:cNvPr id="3" name="Subtitle 2">
            <a:extLst>
              <a:ext uri="{FF2B5EF4-FFF2-40B4-BE49-F238E27FC236}">
                <a16:creationId xmlns:a16="http://schemas.microsoft.com/office/drawing/2014/main" id="{70A53627-36E7-EB1F-09B4-5D3EE6165B89}"/>
              </a:ext>
            </a:extLst>
          </p:cNvPr>
          <p:cNvSpPr>
            <a:spLocks noGrp="1"/>
          </p:cNvSpPr>
          <p:nvPr>
            <p:ph type="subTitle" idx="1"/>
          </p:nvPr>
        </p:nvSpPr>
        <p:spPr>
          <a:xfrm>
            <a:off x="667512" y="5596127"/>
            <a:ext cx="7272528" cy="684052"/>
          </a:xfrm>
        </p:spPr>
        <p:txBody>
          <a:bodyPr>
            <a:normAutofit/>
          </a:bodyPr>
          <a:lstStyle/>
          <a:p>
            <a:r>
              <a:rPr lang="en-US"/>
              <a:t>Understanding data patterns to drive effective decisions</a:t>
            </a:r>
          </a:p>
        </p:txBody>
      </p:sp>
      <p:sp>
        <p:nvSpPr>
          <p:cNvPr id="4" name="Slide Number Placeholder 3">
            <a:extLst>
              <a:ext uri="{FF2B5EF4-FFF2-40B4-BE49-F238E27FC236}">
                <a16:creationId xmlns:a16="http://schemas.microsoft.com/office/drawing/2014/main" id="{AAB6C72E-8B37-AD2A-0C96-6730E69F07D3}"/>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1</a:t>
            </a:fld>
            <a:endParaRPr lang="en-US"/>
          </a:p>
        </p:txBody>
      </p:sp>
      <p:sp>
        <p:nvSpPr>
          <p:cNvPr id="5" name="Footer Placeholder 4">
            <a:extLst>
              <a:ext uri="{FF2B5EF4-FFF2-40B4-BE49-F238E27FC236}">
                <a16:creationId xmlns:a16="http://schemas.microsoft.com/office/drawing/2014/main" id="{0456B3F1-AC8F-D11C-C78D-8F11C82BD40D}"/>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IN" dirty="0"/>
              <a:t>Presentation for X education </a:t>
            </a:r>
            <a:endParaRPr lang="en-US" dirty="0"/>
          </a:p>
        </p:txBody>
      </p:sp>
      <p:sp>
        <p:nvSpPr>
          <p:cNvPr id="6" name="Date Placeholder 5">
            <a:extLst>
              <a:ext uri="{FF2B5EF4-FFF2-40B4-BE49-F238E27FC236}">
                <a16:creationId xmlns:a16="http://schemas.microsoft.com/office/drawing/2014/main" id="{D0342A23-E3BF-7631-AD63-031735A70E94}"/>
              </a:ext>
            </a:extLst>
          </p:cNvPr>
          <p:cNvSpPr>
            <a:spLocks noGrp="1"/>
          </p:cNvSpPr>
          <p:nvPr>
            <p:ph type="dt" sz="half" idx="2"/>
          </p:nvPr>
        </p:nvSpPr>
        <p:spPr>
          <a:xfrm>
            <a:off x="9337084" y="181004"/>
            <a:ext cx="2202644" cy="365125"/>
          </a:xfrm>
        </p:spPr>
        <p:txBody>
          <a:bodyPr anchor="ctr">
            <a:normAutofit/>
          </a:bodyPr>
          <a:lstStyle/>
          <a:p>
            <a:pPr>
              <a:spcAft>
                <a:spcPts val="600"/>
              </a:spcAft>
            </a:pPr>
            <a:fld id="{817601D0-08EE-4682-8251-778D57A7E59F}" type="datetime1">
              <a:rPr lang="en-US" smtClean="0"/>
              <a:pPr>
                <a:spcAft>
                  <a:spcPts val="600"/>
                </a:spcAft>
              </a:pPr>
              <a:t>8/21/2026</a:t>
            </a:fld>
            <a:endParaRPr lang="en-US"/>
          </a:p>
        </p:txBody>
      </p:sp>
      <p:sp>
        <p:nvSpPr>
          <p:cNvPr id="7" name="TextBox 6">
            <a:extLst>
              <a:ext uri="{FF2B5EF4-FFF2-40B4-BE49-F238E27FC236}">
                <a16:creationId xmlns:a16="http://schemas.microsoft.com/office/drawing/2014/main" id="{C9B1F9BD-0AF9-E979-D5C6-3970FD92E05E}"/>
              </a:ext>
            </a:extLst>
          </p:cNvPr>
          <p:cNvSpPr txBox="1"/>
          <p:nvPr/>
        </p:nvSpPr>
        <p:spPr>
          <a:xfrm>
            <a:off x="667512" y="6280179"/>
            <a:ext cx="2974084" cy="307777"/>
          </a:xfrm>
          <a:prstGeom prst="rect">
            <a:avLst/>
          </a:prstGeom>
          <a:noFill/>
        </p:spPr>
        <p:txBody>
          <a:bodyPr wrap="none" rtlCol="0">
            <a:spAutoFit/>
          </a:bodyPr>
          <a:lstStyle/>
          <a:p>
            <a:r>
              <a:rPr lang="en-US" sz="1400" dirty="0"/>
              <a:t>Presentation by Ambar Chaudhari</a:t>
            </a:r>
            <a:endParaRPr lang="en-IN" sz="1400" dirty="0"/>
          </a:p>
        </p:txBody>
      </p:sp>
    </p:spTree>
    <p:extLst>
      <p:ext uri="{BB962C8B-B14F-4D97-AF65-F5344CB8AC3E}">
        <p14:creationId xmlns:p14="http://schemas.microsoft.com/office/powerpoint/2010/main" val="2340063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AEC9B-BF5F-59D6-278E-BF5EB79A14AD}"/>
              </a:ext>
            </a:extLst>
          </p:cNvPr>
          <p:cNvSpPr>
            <a:spLocks noGrp="1"/>
          </p:cNvSpPr>
          <p:nvPr>
            <p:ph type="title"/>
          </p:nvPr>
        </p:nvSpPr>
        <p:spPr>
          <a:xfrm>
            <a:off x="667512" y="1260124"/>
            <a:ext cx="4654296" cy="1004010"/>
          </a:xfrm>
        </p:spPr>
        <p:txBody>
          <a:bodyPr anchor="t">
            <a:normAutofit/>
          </a:bodyPr>
          <a:lstStyle/>
          <a:p>
            <a:r>
              <a:rPr lang="en-US" sz="3100"/>
              <a:t>Introduction to Logistic Regression in Business</a:t>
            </a:r>
          </a:p>
        </p:txBody>
      </p:sp>
      <p:sp>
        <p:nvSpPr>
          <p:cNvPr id="4" name="Slide Number Placeholder 3">
            <a:extLst>
              <a:ext uri="{FF2B5EF4-FFF2-40B4-BE49-F238E27FC236}">
                <a16:creationId xmlns:a16="http://schemas.microsoft.com/office/drawing/2014/main" id="{1750CDB3-5304-5438-6704-48B4B2846AE9}"/>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2</a:t>
            </a:fld>
            <a:endParaRPr lang="en-US"/>
          </a:p>
        </p:txBody>
      </p:sp>
      <p:sp>
        <p:nvSpPr>
          <p:cNvPr id="5" name="Footer Placeholder 4">
            <a:extLst>
              <a:ext uri="{FF2B5EF4-FFF2-40B4-BE49-F238E27FC236}">
                <a16:creationId xmlns:a16="http://schemas.microsoft.com/office/drawing/2014/main" id="{CCA01F13-5C05-6426-B6C1-A4E7BF9AF890}"/>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0D3E75CF-5A4D-0C81-ECDB-8A2FC6D3FD54}"/>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8/21/2026</a:t>
            </a:fld>
            <a:endParaRPr lang="en-US"/>
          </a:p>
        </p:txBody>
      </p:sp>
      <p:pic>
        <p:nvPicPr>
          <p:cNvPr id="8" name="Content Placeholder 7" descr="Closeup of a pen on financial data.">
            <a:extLst>
              <a:ext uri="{FF2B5EF4-FFF2-40B4-BE49-F238E27FC236}">
                <a16:creationId xmlns:a16="http://schemas.microsoft.com/office/drawing/2014/main" id="{8B0F9DF2-23C0-4795-B0CA-DE15396A7797}"/>
              </a:ext>
            </a:extLst>
          </p:cNvPr>
          <p:cNvPicPr>
            <a:picLocks noGrp="1" noChangeAspect="1"/>
          </p:cNvPicPr>
          <p:nvPr>
            <p:ph type="pic" sz="quarter" idx="13"/>
          </p:nvPr>
        </p:nvPicPr>
        <p:blipFill>
          <a:blip r:embed="rId3"/>
          <a:srcRect l="15945"/>
          <a:stretch>
            <a:fillRect/>
          </a:stretch>
        </p:blipFill>
        <p:spPr>
          <a:xfrm>
            <a:off x="667512" y="2584094"/>
            <a:ext cx="4654296" cy="3696086"/>
          </a:xfrm>
        </p:spPr>
      </p:pic>
      <p:sp>
        <p:nvSpPr>
          <p:cNvPr id="3" name="Content Placeholder 2">
            <a:extLst>
              <a:ext uri="{FF2B5EF4-FFF2-40B4-BE49-F238E27FC236}">
                <a16:creationId xmlns:a16="http://schemas.microsoft.com/office/drawing/2014/main" id="{7C866A90-84F6-A8C3-ADA7-F8ACE184E90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9" y="1260123"/>
            <a:ext cx="5882639" cy="5020056"/>
          </a:xfrm>
        </p:spPr>
        <p:txBody>
          <a:bodyPr>
            <a:normAutofit/>
          </a:bodyPr>
          <a:lstStyle/>
          <a:p>
            <a:pPr marL="0" lvl="0" indent="0">
              <a:spcBef>
                <a:spcPts val="2500"/>
              </a:spcBef>
              <a:buFont typeface="Arial" panose="020B0604020202020204" pitchFamily="34" charset="0"/>
              <a:buNone/>
            </a:pPr>
            <a:r>
              <a:rPr lang="en-US" b="1" dirty="0"/>
              <a:t>Binary Classification Role</a:t>
            </a:r>
          </a:p>
          <a:p>
            <a:pPr marL="0" lvl="1" indent="0">
              <a:buFont typeface="Arial" panose="020B0604020202020204" pitchFamily="34" charset="0"/>
              <a:buNone/>
            </a:pPr>
            <a:r>
              <a:rPr lang="en-US" dirty="0"/>
              <a:t>Logistic regression predicts binary outcomes like customer conversion in sales and marketing analytics.</a:t>
            </a:r>
          </a:p>
          <a:p>
            <a:pPr marL="0" lvl="0" indent="0">
              <a:spcBef>
                <a:spcPts val="2500"/>
              </a:spcBef>
              <a:buFont typeface="Arial" panose="020B0604020202020204" pitchFamily="34" charset="0"/>
              <a:buNone/>
            </a:pPr>
            <a:r>
              <a:rPr lang="en-US" b="1" dirty="0"/>
              <a:t>Probability Estimation</a:t>
            </a:r>
          </a:p>
          <a:p>
            <a:pPr marL="0" lvl="1" indent="0">
              <a:buFont typeface="Arial" panose="020B0604020202020204" pitchFamily="34" charset="0"/>
              <a:buNone/>
            </a:pPr>
            <a:r>
              <a:rPr lang="en-US" dirty="0"/>
              <a:t>It estimates the probability of categorical outcomes using a sigmoid function, enhancing interpretability.</a:t>
            </a:r>
          </a:p>
          <a:p>
            <a:pPr marL="0" lvl="1" indent="0">
              <a:buFont typeface="Arial" panose="020B0604020202020204" pitchFamily="34" charset="0"/>
              <a:buNone/>
            </a:pPr>
            <a:endParaRPr lang="en-US" b="1" dirty="0"/>
          </a:p>
          <a:p>
            <a:pPr marL="0" lvl="1" indent="0">
              <a:buFont typeface="Arial" panose="020B0604020202020204" pitchFamily="34" charset="0"/>
              <a:buNone/>
            </a:pPr>
            <a:r>
              <a:rPr lang="en-US" b="1" dirty="0"/>
              <a:t>Strategic Business Insights</a:t>
            </a:r>
          </a:p>
          <a:p>
            <a:pPr marL="0" lvl="1" indent="0">
              <a:buFont typeface="Arial" panose="020B0604020202020204" pitchFamily="34" charset="0"/>
              <a:buNone/>
            </a:pPr>
            <a:r>
              <a:rPr lang="en-US" dirty="0"/>
              <a:t>It helps understand </a:t>
            </a:r>
            <a:r>
              <a:rPr lang="en-IN" dirty="0"/>
              <a:t>in identifying potential customer so business can use sales team to contact them.</a:t>
            </a:r>
            <a:endParaRPr lang="en-US" dirty="0"/>
          </a:p>
        </p:txBody>
      </p:sp>
    </p:spTree>
    <p:extLst>
      <p:ext uri="{BB962C8B-B14F-4D97-AF65-F5344CB8AC3E}">
        <p14:creationId xmlns:p14="http://schemas.microsoft.com/office/powerpoint/2010/main" val="292780738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31513-7A11-84AF-4F9E-8698C13A05C5}"/>
              </a:ext>
            </a:extLst>
          </p:cNvPr>
          <p:cNvSpPr>
            <a:spLocks noGrp="1"/>
          </p:cNvSpPr>
          <p:nvPr>
            <p:ph type="title"/>
          </p:nvPr>
        </p:nvSpPr>
        <p:spPr>
          <a:xfrm>
            <a:off x="667509" y="1261872"/>
            <a:ext cx="8385049" cy="1027074"/>
          </a:xfrm>
        </p:spPr>
        <p:txBody>
          <a:bodyPr anchor="b">
            <a:normAutofit/>
          </a:bodyPr>
          <a:lstStyle/>
          <a:p>
            <a:r>
              <a:rPr lang="en-US" sz="3700"/>
              <a:t>Business Problem: Improving Sales Conversion</a:t>
            </a:r>
          </a:p>
        </p:txBody>
      </p:sp>
      <p:sp>
        <p:nvSpPr>
          <p:cNvPr id="4" name="Slide Number Placeholder 3">
            <a:extLst>
              <a:ext uri="{FF2B5EF4-FFF2-40B4-BE49-F238E27FC236}">
                <a16:creationId xmlns:a16="http://schemas.microsoft.com/office/drawing/2014/main" id="{C3F3C283-EC3B-6AC4-A1BE-4A7330934E58}"/>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3</a:t>
            </a:fld>
            <a:endParaRPr lang="en-US"/>
          </a:p>
        </p:txBody>
      </p:sp>
      <p:sp>
        <p:nvSpPr>
          <p:cNvPr id="5" name="Footer Placeholder 4">
            <a:extLst>
              <a:ext uri="{FF2B5EF4-FFF2-40B4-BE49-F238E27FC236}">
                <a16:creationId xmlns:a16="http://schemas.microsoft.com/office/drawing/2014/main" id="{EA9620E5-7AE2-DA50-B667-89DBC5553270}"/>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45AB4646-ED54-51F3-A63A-4C2F7E95D48D}"/>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8/21/2026</a:t>
            </a:fld>
            <a:endParaRPr lang="en-US"/>
          </a:p>
        </p:txBody>
      </p:sp>
      <p:sp>
        <p:nvSpPr>
          <p:cNvPr id="3" name="Content Placeholder 2">
            <a:extLst>
              <a:ext uri="{FF2B5EF4-FFF2-40B4-BE49-F238E27FC236}">
                <a16:creationId xmlns:a16="http://schemas.microsoft.com/office/drawing/2014/main" id="{213E8A4B-1408-D846-46EE-BB60FE48FF4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67511" y="2584092"/>
            <a:ext cx="8385048" cy="3696086"/>
          </a:xfrm>
        </p:spPr>
        <p:txBody>
          <a:bodyPr>
            <a:normAutofit lnSpcReduction="10000"/>
          </a:bodyPr>
          <a:lstStyle/>
          <a:p>
            <a:pPr marL="0" lvl="0" indent="0">
              <a:spcBef>
                <a:spcPts val="2500"/>
              </a:spcBef>
              <a:buFont typeface="Arial" panose="020B0604020202020204" pitchFamily="34" charset="0"/>
              <a:buNone/>
            </a:pPr>
            <a:r>
              <a:rPr lang="en-US" b="1" dirty="0"/>
              <a:t>Sales Conversion Challenge</a:t>
            </a:r>
          </a:p>
          <a:p>
            <a:pPr marL="0" lvl="1" indent="0">
              <a:buFont typeface="Arial" panose="020B0604020202020204" pitchFamily="34" charset="0"/>
              <a:buNone/>
            </a:pPr>
            <a:r>
              <a:rPr lang="en-US" dirty="0"/>
              <a:t>Sales teams face inefficiencies by focusing on leads with low conversion potential</a:t>
            </a:r>
            <a:r>
              <a:rPr lang="en-IN" dirty="0"/>
              <a:t>. The conversion rate is just around 30%.</a:t>
            </a:r>
            <a:endParaRPr lang="en-US" dirty="0"/>
          </a:p>
          <a:p>
            <a:pPr marL="0" lvl="0" indent="0">
              <a:spcBef>
                <a:spcPts val="2500"/>
              </a:spcBef>
              <a:buFont typeface="Arial" panose="020B0604020202020204" pitchFamily="34" charset="0"/>
              <a:buNone/>
            </a:pPr>
            <a:r>
              <a:rPr lang="en-US" b="1" dirty="0"/>
              <a:t>Logistic Regression Solution</a:t>
            </a:r>
          </a:p>
          <a:p>
            <a:pPr marL="0" lvl="1" indent="0">
              <a:buFont typeface="Arial" panose="020B0604020202020204" pitchFamily="34" charset="0"/>
              <a:buNone/>
            </a:pPr>
            <a:r>
              <a:rPr lang="en-US" dirty="0"/>
              <a:t>Logistic regression classifies customers as converted or non-converted to prioritize high-quality leads.</a:t>
            </a:r>
          </a:p>
          <a:p>
            <a:pPr marL="0" lvl="0" indent="0">
              <a:spcBef>
                <a:spcPts val="2500"/>
              </a:spcBef>
              <a:buFont typeface="Arial" panose="020B0604020202020204" pitchFamily="34" charset="0"/>
              <a:buNone/>
            </a:pPr>
            <a:r>
              <a:rPr lang="en-US" b="1" dirty="0"/>
              <a:t>Improved Decision-Making</a:t>
            </a:r>
          </a:p>
          <a:p>
            <a:pPr marL="0" lvl="1" indent="0">
              <a:buFont typeface="Arial" panose="020B0604020202020204" pitchFamily="34" charset="0"/>
              <a:buNone/>
            </a:pPr>
            <a:r>
              <a:rPr lang="en-US" dirty="0"/>
              <a:t>Predictive analytics enables proactive sales strategies and better marketing-sales alignment.</a:t>
            </a:r>
          </a:p>
          <a:p>
            <a:pPr marL="0" lvl="0" indent="0">
              <a:spcBef>
                <a:spcPts val="2500"/>
              </a:spcBef>
              <a:buFont typeface="Arial" panose="020B0604020202020204" pitchFamily="34" charset="0"/>
              <a:buNone/>
            </a:pPr>
            <a:r>
              <a:rPr lang="en-US" b="1" dirty="0"/>
              <a:t>Business Benefits</a:t>
            </a:r>
          </a:p>
          <a:p>
            <a:pPr marL="0" lvl="1" indent="0">
              <a:buFont typeface="Arial" panose="020B0604020202020204" pitchFamily="34" charset="0"/>
              <a:buNone/>
            </a:pPr>
            <a:r>
              <a:rPr lang="en-US" dirty="0"/>
              <a:t>Data-backed decisions improve productivity, customer experience, profitability in sale</a:t>
            </a:r>
            <a:r>
              <a:rPr lang="en-IN" dirty="0"/>
              <a:t> and increase in the revenue.</a:t>
            </a:r>
            <a:endParaRPr lang="en-US" dirty="0"/>
          </a:p>
        </p:txBody>
      </p:sp>
      <p:pic>
        <p:nvPicPr>
          <p:cNvPr id="8" name="Content Placeholder 7" descr="Shot of a businessman holding on to a bunch of cryptocurrency balloons on top of a graph against a white background">
            <a:extLst>
              <a:ext uri="{FF2B5EF4-FFF2-40B4-BE49-F238E27FC236}">
                <a16:creationId xmlns:a16="http://schemas.microsoft.com/office/drawing/2014/main" id="{E6DC4562-8838-4B13-B37E-7A26F3F2D95F}"/>
              </a:ext>
            </a:extLst>
          </p:cNvPr>
          <p:cNvPicPr>
            <a:picLocks noGrp="1" noChangeAspect="1"/>
          </p:cNvPicPr>
          <p:nvPr>
            <p:ph type="pic" sz="quarter" idx="13"/>
          </p:nvPr>
        </p:nvPicPr>
        <p:blipFill>
          <a:blip r:embed="rId3"/>
          <a:srcRect l="50473" r="12757" b="3"/>
          <a:stretch>
            <a:fillRect/>
          </a:stretch>
        </p:blipFill>
        <p:spPr>
          <a:xfrm>
            <a:off x="10040112" y="-220208"/>
            <a:ext cx="2151888" cy="5018307"/>
          </a:xfrm>
        </p:spPr>
      </p:pic>
    </p:spTree>
    <p:extLst>
      <p:ext uri="{BB962C8B-B14F-4D97-AF65-F5344CB8AC3E}">
        <p14:creationId xmlns:p14="http://schemas.microsoft.com/office/powerpoint/2010/main" val="339803317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3A15C-026B-094F-031A-212BC7039A27}"/>
              </a:ext>
            </a:extLst>
          </p:cNvPr>
          <p:cNvSpPr>
            <a:spLocks noGrp="1"/>
          </p:cNvSpPr>
          <p:nvPr>
            <p:ph type="title"/>
          </p:nvPr>
        </p:nvSpPr>
        <p:spPr>
          <a:xfrm>
            <a:off x="667512" y="1260124"/>
            <a:ext cx="4654296" cy="1004010"/>
          </a:xfrm>
        </p:spPr>
        <p:txBody>
          <a:bodyPr anchor="t">
            <a:normAutofit/>
          </a:bodyPr>
          <a:lstStyle/>
          <a:p>
            <a:r>
              <a:rPr lang="en-US" sz="3700"/>
              <a:t>Business Value and Impact</a:t>
            </a:r>
          </a:p>
        </p:txBody>
      </p:sp>
      <p:sp>
        <p:nvSpPr>
          <p:cNvPr id="4" name="Slide Number Placeholder 3">
            <a:extLst>
              <a:ext uri="{FF2B5EF4-FFF2-40B4-BE49-F238E27FC236}">
                <a16:creationId xmlns:a16="http://schemas.microsoft.com/office/drawing/2014/main" id="{0677C47F-59B3-1D5B-B2FE-30233A2C41C8}"/>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4</a:t>
            </a:fld>
            <a:endParaRPr lang="en-US"/>
          </a:p>
        </p:txBody>
      </p:sp>
      <p:sp>
        <p:nvSpPr>
          <p:cNvPr id="5" name="Footer Placeholder 4">
            <a:extLst>
              <a:ext uri="{FF2B5EF4-FFF2-40B4-BE49-F238E27FC236}">
                <a16:creationId xmlns:a16="http://schemas.microsoft.com/office/drawing/2014/main" id="{425E48FE-6219-52DF-C9BF-4ABD9113F0E7}"/>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9222EAFB-AE9B-91FD-834A-C96BB3FD9A28}"/>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8/21/2026</a:t>
            </a:fld>
            <a:endParaRPr lang="en-US"/>
          </a:p>
        </p:txBody>
      </p:sp>
      <p:pic>
        <p:nvPicPr>
          <p:cNvPr id="8" name="Content Placeholder 7" descr="Business chart on the tablet pc and printed media">
            <a:extLst>
              <a:ext uri="{FF2B5EF4-FFF2-40B4-BE49-F238E27FC236}">
                <a16:creationId xmlns:a16="http://schemas.microsoft.com/office/drawing/2014/main" id="{19BAA466-6C42-4F19-A908-7E324EA902B3}"/>
              </a:ext>
            </a:extLst>
          </p:cNvPr>
          <p:cNvPicPr>
            <a:picLocks noGrp="1" noChangeAspect="1"/>
          </p:cNvPicPr>
          <p:nvPr>
            <p:ph type="pic" sz="quarter" idx="13"/>
          </p:nvPr>
        </p:nvPicPr>
        <p:blipFill>
          <a:blip r:embed="rId3"/>
          <a:srcRect r="15945"/>
          <a:stretch>
            <a:fillRect/>
          </a:stretch>
        </p:blipFill>
        <p:spPr>
          <a:xfrm>
            <a:off x="667512" y="2584094"/>
            <a:ext cx="4654296" cy="3696086"/>
          </a:xfrm>
        </p:spPr>
      </p:pic>
      <p:sp>
        <p:nvSpPr>
          <p:cNvPr id="3" name="Content Placeholder 2">
            <a:extLst>
              <a:ext uri="{FF2B5EF4-FFF2-40B4-BE49-F238E27FC236}">
                <a16:creationId xmlns:a16="http://schemas.microsoft.com/office/drawing/2014/main" id="{BB8ECE2C-642E-2BC8-28DF-6CDF55C9377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9" y="1260123"/>
            <a:ext cx="5882639" cy="5020056"/>
          </a:xfrm>
        </p:spPr>
        <p:txBody>
          <a:bodyPr>
            <a:normAutofit/>
          </a:bodyPr>
          <a:lstStyle/>
          <a:p>
            <a:pPr marL="0" lvl="0" indent="0">
              <a:spcBef>
                <a:spcPts val="2500"/>
              </a:spcBef>
              <a:buFont typeface="Arial" panose="020B0604020202020204" pitchFamily="34" charset="0"/>
              <a:buNone/>
            </a:pPr>
            <a:r>
              <a:rPr lang="en-US" b="1" dirty="0"/>
              <a:t>Lead Prioritization</a:t>
            </a:r>
          </a:p>
          <a:p>
            <a:pPr marL="0" lvl="1" indent="0">
              <a:buFont typeface="Arial" panose="020B0604020202020204" pitchFamily="34" charset="0"/>
              <a:buNone/>
            </a:pPr>
            <a:r>
              <a:rPr lang="en-US" dirty="0"/>
              <a:t>Logistic regression assigns probabilities to prospects helping sales teams focus on high-conversion leads, boosting revenue.</a:t>
            </a:r>
          </a:p>
          <a:p>
            <a:pPr marL="0" lvl="0" indent="0">
              <a:spcBef>
                <a:spcPts val="2500"/>
              </a:spcBef>
              <a:buFont typeface="Arial" panose="020B0604020202020204" pitchFamily="34" charset="0"/>
              <a:buNone/>
            </a:pPr>
            <a:r>
              <a:rPr lang="en-US" b="1" dirty="0"/>
              <a:t>Marketing ROI Improvement</a:t>
            </a:r>
          </a:p>
          <a:p>
            <a:pPr marL="0" lvl="1" indent="0">
              <a:buFont typeface="Arial" panose="020B0604020202020204" pitchFamily="34" charset="0"/>
              <a:buNone/>
            </a:pPr>
            <a:r>
              <a:rPr lang="en-US" dirty="0"/>
              <a:t>Model identifies best-performing marketing channels enabling budget reallocation to maximize ROI and reduce wasted spend.</a:t>
            </a:r>
          </a:p>
          <a:p>
            <a:pPr marL="0" lvl="0" indent="0">
              <a:spcBef>
                <a:spcPts val="2500"/>
              </a:spcBef>
              <a:buFont typeface="Arial" panose="020B0604020202020204" pitchFamily="34" charset="0"/>
              <a:buNone/>
            </a:pPr>
            <a:r>
              <a:rPr lang="en-US" b="1" dirty="0"/>
              <a:t>Strategic Decision Support</a:t>
            </a:r>
          </a:p>
          <a:p>
            <a:pPr marL="0" lvl="1" indent="0">
              <a:buFont typeface="Arial" panose="020B0604020202020204" pitchFamily="34" charset="0"/>
              <a:buNone/>
            </a:pPr>
            <a:r>
              <a:rPr lang="en-US" dirty="0"/>
              <a:t>Interpretable logistic regression results guide stakeholders in understanding conversion drivers for better </a:t>
            </a:r>
            <a:r>
              <a:rPr lang="en-IN" dirty="0"/>
              <a:t>decisions.</a:t>
            </a:r>
          </a:p>
          <a:p>
            <a:pPr marL="285750" lvl="1" indent="-285750"/>
            <a:r>
              <a:rPr lang="en-IN" dirty="0"/>
              <a:t>These are main driver of conversion as per the logistic regression model.</a:t>
            </a:r>
          </a:p>
          <a:p>
            <a:pPr marL="285750" lvl="1" indent="-285750"/>
            <a:endParaRPr lang="en-US" dirty="0"/>
          </a:p>
        </p:txBody>
      </p:sp>
    </p:spTree>
    <p:extLst>
      <p:ext uri="{BB962C8B-B14F-4D97-AF65-F5344CB8AC3E}">
        <p14:creationId xmlns:p14="http://schemas.microsoft.com/office/powerpoint/2010/main" val="345870933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F426C-6D35-2383-48C7-43C6FC1A273E}"/>
              </a:ext>
            </a:extLst>
          </p:cNvPr>
          <p:cNvSpPr>
            <a:spLocks noGrp="1"/>
          </p:cNvSpPr>
          <p:nvPr>
            <p:ph type="title"/>
          </p:nvPr>
        </p:nvSpPr>
        <p:spPr>
          <a:xfrm>
            <a:off x="667512" y="1260124"/>
            <a:ext cx="4654296" cy="1004010"/>
          </a:xfrm>
        </p:spPr>
        <p:txBody>
          <a:bodyPr anchor="t">
            <a:normAutofit/>
          </a:bodyPr>
          <a:lstStyle/>
          <a:p>
            <a:r>
              <a:rPr lang="en-US" sz="3700"/>
              <a:t>Exploratory Data Analysis (EDA)</a:t>
            </a:r>
          </a:p>
        </p:txBody>
      </p:sp>
      <p:sp>
        <p:nvSpPr>
          <p:cNvPr id="4" name="Slide Number Placeholder 3">
            <a:extLst>
              <a:ext uri="{FF2B5EF4-FFF2-40B4-BE49-F238E27FC236}">
                <a16:creationId xmlns:a16="http://schemas.microsoft.com/office/drawing/2014/main" id="{D28371F1-C055-1930-212B-23687C1EF12F}"/>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5</a:t>
            </a:fld>
            <a:endParaRPr lang="en-US"/>
          </a:p>
        </p:txBody>
      </p:sp>
      <p:sp>
        <p:nvSpPr>
          <p:cNvPr id="5" name="Footer Placeholder 4">
            <a:extLst>
              <a:ext uri="{FF2B5EF4-FFF2-40B4-BE49-F238E27FC236}">
                <a16:creationId xmlns:a16="http://schemas.microsoft.com/office/drawing/2014/main" id="{AF8E4982-6A83-FD97-EBF3-02B835BCF656}"/>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2E05FB24-BE64-F4E2-A157-587524F3EED7}"/>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8/21/2026</a:t>
            </a:fld>
            <a:endParaRPr lang="en-US"/>
          </a:p>
        </p:txBody>
      </p:sp>
      <p:pic>
        <p:nvPicPr>
          <p:cNvPr id="8" name="Content Placeholder 7" descr="Financial graphs on a dark display">
            <a:extLst>
              <a:ext uri="{FF2B5EF4-FFF2-40B4-BE49-F238E27FC236}">
                <a16:creationId xmlns:a16="http://schemas.microsoft.com/office/drawing/2014/main" id="{60303F70-CC6D-4815-9839-CE98F8DD6DFE}"/>
              </a:ext>
            </a:extLst>
          </p:cNvPr>
          <p:cNvPicPr>
            <a:picLocks noGrp="1" noChangeAspect="1"/>
          </p:cNvPicPr>
          <p:nvPr>
            <p:ph type="pic" sz="quarter" idx="13"/>
          </p:nvPr>
        </p:nvPicPr>
        <p:blipFill>
          <a:blip r:embed="rId3"/>
          <a:srcRect l="8002" r="13293" b="-2"/>
          <a:stretch>
            <a:fillRect/>
          </a:stretch>
        </p:blipFill>
        <p:spPr>
          <a:xfrm>
            <a:off x="667512" y="2584094"/>
            <a:ext cx="4654296" cy="3696086"/>
          </a:xfrm>
        </p:spPr>
      </p:pic>
      <p:sp>
        <p:nvSpPr>
          <p:cNvPr id="3" name="Content Placeholder 2">
            <a:extLst>
              <a:ext uri="{FF2B5EF4-FFF2-40B4-BE49-F238E27FC236}">
                <a16:creationId xmlns:a16="http://schemas.microsoft.com/office/drawing/2014/main" id="{F8B3D20F-F65F-A457-4452-0368FA62194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9" y="1260123"/>
            <a:ext cx="5882639" cy="5020056"/>
          </a:xfrm>
        </p:spPr>
        <p:txBody>
          <a:bodyPr>
            <a:normAutofit/>
          </a:bodyPr>
          <a:lstStyle/>
          <a:p>
            <a:pPr marL="0" lvl="0" indent="0">
              <a:spcBef>
                <a:spcPts val="2500"/>
              </a:spcBef>
              <a:buFont typeface="Arial" panose="020B0604020202020204" pitchFamily="34" charset="0"/>
              <a:buNone/>
            </a:pPr>
            <a:r>
              <a:rPr lang="en-US" b="1" dirty="0"/>
              <a:t>Understanding Data Structure</a:t>
            </a:r>
          </a:p>
          <a:p>
            <a:pPr marL="0" lvl="1" indent="0">
              <a:buFont typeface="Arial" panose="020B0604020202020204" pitchFamily="34" charset="0"/>
              <a:buNone/>
            </a:pPr>
            <a:r>
              <a:rPr lang="en-US" dirty="0"/>
              <a:t>EDA helps summarize and visualize data to reveal patterns, trends, and anomalies effectively.</a:t>
            </a:r>
          </a:p>
          <a:p>
            <a:pPr marL="0" lvl="1" indent="0">
              <a:buFont typeface="Arial" panose="020B0604020202020204" pitchFamily="34" charset="0"/>
              <a:buNone/>
            </a:pPr>
            <a:r>
              <a:rPr lang="en-US" b="1" dirty="0"/>
              <a:t>Following the insight found in EDA.</a:t>
            </a:r>
          </a:p>
          <a:p>
            <a:pPr marL="342900" lvl="1" indent="-342900">
              <a:buFont typeface="+mj-lt"/>
              <a:buAutoNum type="arabicPeriod"/>
            </a:pPr>
            <a:r>
              <a:rPr lang="en-US" dirty="0"/>
              <a:t>Most of the leads are generated from unemployed professionals.</a:t>
            </a:r>
          </a:p>
          <a:p>
            <a:pPr marL="342900" lvl="1" indent="-342900">
              <a:buFont typeface="+mj-lt"/>
              <a:buAutoNum type="arabicPeriod"/>
            </a:pPr>
            <a:r>
              <a:rPr lang="en-US" dirty="0"/>
              <a:t>Google is the largest lead provider with most number of conversion.</a:t>
            </a:r>
          </a:p>
          <a:p>
            <a:pPr marL="342900" lvl="1" indent="-342900">
              <a:buFont typeface="+mj-lt"/>
              <a:buAutoNum type="arabicPeriod"/>
            </a:pPr>
            <a:r>
              <a:rPr lang="en-US" dirty="0"/>
              <a:t>The lead source like ‘reference’ and ‘</a:t>
            </a:r>
            <a:r>
              <a:rPr lang="en-US" dirty="0" err="1"/>
              <a:t>welingak</a:t>
            </a:r>
            <a:r>
              <a:rPr lang="en-US" dirty="0"/>
              <a:t>  website’ provides a better conversion rate.</a:t>
            </a:r>
          </a:p>
          <a:p>
            <a:pPr marL="342900" lvl="1" indent="-342900">
              <a:buFont typeface="+mj-lt"/>
              <a:buAutoNum type="arabicPeriod"/>
            </a:pPr>
            <a:r>
              <a:rPr lang="en-US" dirty="0"/>
              <a:t>Converted students have spent more time on website than the non-converted once.</a:t>
            </a:r>
          </a:p>
          <a:p>
            <a:pPr marL="342900" lvl="1" indent="-342900">
              <a:buFont typeface="+mj-lt"/>
              <a:buAutoNum type="arabicPeriod"/>
            </a:pPr>
            <a:r>
              <a:rPr lang="en-US" dirty="0"/>
              <a:t>Most of students are in Mumbai. </a:t>
            </a:r>
          </a:p>
        </p:txBody>
      </p:sp>
    </p:spTree>
    <p:extLst>
      <p:ext uri="{BB962C8B-B14F-4D97-AF65-F5344CB8AC3E}">
        <p14:creationId xmlns:p14="http://schemas.microsoft.com/office/powerpoint/2010/main" val="192000541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905A2-6AE6-114A-A8E4-2EC2844361BD}"/>
              </a:ext>
            </a:extLst>
          </p:cNvPr>
          <p:cNvSpPr>
            <a:spLocks noGrp="1"/>
          </p:cNvSpPr>
          <p:nvPr>
            <p:ph type="title"/>
          </p:nvPr>
        </p:nvSpPr>
        <p:spPr>
          <a:xfrm>
            <a:off x="723432" y="2926995"/>
            <a:ext cx="4654296" cy="1004010"/>
          </a:xfrm>
        </p:spPr>
        <p:txBody>
          <a:bodyPr anchor="t">
            <a:normAutofit/>
          </a:bodyPr>
          <a:lstStyle/>
          <a:p>
            <a:r>
              <a:rPr lang="en-US" sz="3700"/>
              <a:t>Data Preparation for Machine Learning</a:t>
            </a:r>
          </a:p>
        </p:txBody>
      </p:sp>
      <p:sp>
        <p:nvSpPr>
          <p:cNvPr id="4" name="Slide Number Placeholder 3">
            <a:extLst>
              <a:ext uri="{FF2B5EF4-FFF2-40B4-BE49-F238E27FC236}">
                <a16:creationId xmlns:a16="http://schemas.microsoft.com/office/drawing/2014/main" id="{E955859B-7EF7-BFAF-C203-8DE13E59E8E1}"/>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6</a:t>
            </a:fld>
            <a:endParaRPr lang="en-US"/>
          </a:p>
        </p:txBody>
      </p:sp>
      <p:sp>
        <p:nvSpPr>
          <p:cNvPr id="5" name="Footer Placeholder 4">
            <a:extLst>
              <a:ext uri="{FF2B5EF4-FFF2-40B4-BE49-F238E27FC236}">
                <a16:creationId xmlns:a16="http://schemas.microsoft.com/office/drawing/2014/main" id="{99588D25-1E8F-220A-DFD1-CE367203DEA0}"/>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D47987F1-D50D-D3A9-C0B6-A3C5A741AA84}"/>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8/21/2026</a:t>
            </a:fld>
            <a:endParaRPr lang="en-US"/>
          </a:p>
        </p:txBody>
      </p:sp>
      <p:sp>
        <p:nvSpPr>
          <p:cNvPr id="3" name="Content Placeholder 2">
            <a:extLst>
              <a:ext uri="{FF2B5EF4-FFF2-40B4-BE49-F238E27FC236}">
                <a16:creationId xmlns:a16="http://schemas.microsoft.com/office/drawing/2014/main" id="{97DE3152-50E7-82CA-2BF9-9370772298C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9" y="1260123"/>
            <a:ext cx="5882639" cy="5020056"/>
          </a:xfrm>
        </p:spPr>
        <p:txBody>
          <a:bodyPr>
            <a:normAutofit/>
          </a:bodyPr>
          <a:lstStyle/>
          <a:p>
            <a:pPr marL="0" lvl="0" indent="0">
              <a:spcBef>
                <a:spcPts val="2500"/>
              </a:spcBef>
              <a:buFont typeface="Arial" panose="020B0604020202020204" pitchFamily="34" charset="0"/>
              <a:buNone/>
            </a:pPr>
            <a:r>
              <a:rPr lang="en-US" b="1" dirty="0"/>
              <a:t>Data Collection and </a:t>
            </a:r>
            <a:r>
              <a:rPr lang="en-IN" b="1" dirty="0"/>
              <a:t>Cleaning</a:t>
            </a:r>
            <a:endParaRPr lang="en-US" dirty="0"/>
          </a:p>
          <a:p>
            <a:pPr marL="0" lvl="0" indent="0">
              <a:spcBef>
                <a:spcPts val="2500"/>
              </a:spcBef>
              <a:buFont typeface="Arial" panose="020B0604020202020204" pitchFamily="34" charset="0"/>
              <a:buNone/>
            </a:pPr>
            <a:r>
              <a:rPr lang="en-US" b="1" dirty="0"/>
              <a:t>Handling Variables</a:t>
            </a:r>
          </a:p>
          <a:p>
            <a:pPr marL="0" lvl="1" indent="0">
              <a:buFont typeface="Arial" panose="020B0604020202020204" pitchFamily="34" charset="0"/>
              <a:buNone/>
            </a:pPr>
            <a:r>
              <a:rPr lang="en-US" dirty="0"/>
              <a:t>Encode categorical variables</a:t>
            </a:r>
            <a:r>
              <a:rPr lang="en-IN" dirty="0"/>
              <a:t>(one hot encoder or pandas get dummies)</a:t>
            </a:r>
            <a:r>
              <a:rPr lang="en-US" dirty="0"/>
              <a:t> and </a:t>
            </a:r>
            <a:r>
              <a:rPr lang="en-IN" dirty="0"/>
              <a:t>scale</a:t>
            </a:r>
            <a:r>
              <a:rPr lang="en-US" dirty="0"/>
              <a:t> numerical data to ensure model compatibility and uniformity.</a:t>
            </a:r>
          </a:p>
          <a:p>
            <a:pPr marL="0" lvl="0" indent="0">
              <a:spcBef>
                <a:spcPts val="2500"/>
              </a:spcBef>
              <a:buFont typeface="Arial" panose="020B0604020202020204" pitchFamily="34" charset="0"/>
              <a:buNone/>
            </a:pPr>
            <a:r>
              <a:rPr lang="en-US" b="1" dirty="0"/>
              <a:t>Train-Test Split</a:t>
            </a:r>
          </a:p>
          <a:p>
            <a:pPr marL="0" lvl="1" indent="0">
              <a:buFont typeface="Arial" panose="020B0604020202020204" pitchFamily="34" charset="0"/>
              <a:buNone/>
            </a:pPr>
            <a:r>
              <a:rPr lang="en-US" dirty="0"/>
              <a:t>Split the dataset into training and testing sets to evaluate model performance on unseen data.</a:t>
            </a:r>
            <a:r>
              <a:rPr lang="en-IN" dirty="0"/>
              <a:t> For this dataset we are using 70-30 split.</a:t>
            </a:r>
          </a:p>
          <a:p>
            <a:pPr marL="0" lvl="1" indent="0">
              <a:buFont typeface="Arial" panose="020B0604020202020204" pitchFamily="34" charset="0"/>
              <a:buNone/>
            </a:pPr>
            <a:endParaRPr lang="en-IN" dirty="0"/>
          </a:p>
          <a:p>
            <a:pPr marL="0" indent="0">
              <a:spcBef>
                <a:spcPts val="2500"/>
              </a:spcBef>
              <a:buNone/>
            </a:pPr>
            <a:r>
              <a:rPr lang="en-US" b="1" dirty="0"/>
              <a:t>Missing value interpolation</a:t>
            </a:r>
          </a:p>
          <a:p>
            <a:pPr marL="0" lvl="1" indent="0">
              <a:buFont typeface="Arial" panose="020B0604020202020204" pitchFamily="34" charset="0"/>
              <a:buNone/>
            </a:pPr>
            <a:r>
              <a:rPr lang="en-US" dirty="0"/>
              <a:t>For numeric data we can use median, for categorical use most preferred values or ignore it one hot encoder will handle it.</a:t>
            </a:r>
          </a:p>
        </p:txBody>
      </p:sp>
    </p:spTree>
    <p:extLst>
      <p:ext uri="{BB962C8B-B14F-4D97-AF65-F5344CB8AC3E}">
        <p14:creationId xmlns:p14="http://schemas.microsoft.com/office/powerpoint/2010/main" val="153456900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25D67-5BA4-F580-CA86-D3CEFFB3D611}"/>
              </a:ext>
            </a:extLst>
          </p:cNvPr>
          <p:cNvSpPr>
            <a:spLocks noGrp="1"/>
          </p:cNvSpPr>
          <p:nvPr>
            <p:ph type="title"/>
          </p:nvPr>
        </p:nvSpPr>
        <p:spPr>
          <a:xfrm>
            <a:off x="6885431" y="1260122"/>
            <a:ext cx="4654297" cy="1004009"/>
          </a:xfrm>
        </p:spPr>
        <p:txBody>
          <a:bodyPr anchor="b">
            <a:normAutofit/>
          </a:bodyPr>
          <a:lstStyle/>
          <a:p>
            <a:r>
              <a:rPr lang="en-US" sz="3700"/>
              <a:t>Feature Selection using RFE and VIF</a:t>
            </a:r>
          </a:p>
        </p:txBody>
      </p:sp>
      <p:sp>
        <p:nvSpPr>
          <p:cNvPr id="4" name="Slide Number Placeholder 3">
            <a:extLst>
              <a:ext uri="{FF2B5EF4-FFF2-40B4-BE49-F238E27FC236}">
                <a16:creationId xmlns:a16="http://schemas.microsoft.com/office/drawing/2014/main" id="{A42B2541-970E-2C6C-D688-A66B74043B98}"/>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7</a:t>
            </a:fld>
            <a:endParaRPr lang="en-US"/>
          </a:p>
        </p:txBody>
      </p:sp>
      <p:sp>
        <p:nvSpPr>
          <p:cNvPr id="5" name="Footer Placeholder 4">
            <a:extLst>
              <a:ext uri="{FF2B5EF4-FFF2-40B4-BE49-F238E27FC236}">
                <a16:creationId xmlns:a16="http://schemas.microsoft.com/office/drawing/2014/main" id="{7405539C-96E0-8AA2-B611-63C4A82BC43E}"/>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B133B25D-5CB4-B4D1-3E24-0E4819209D1D}"/>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8/21/2026</a:t>
            </a:fld>
            <a:endParaRPr lang="en-US"/>
          </a:p>
        </p:txBody>
      </p:sp>
      <p:pic>
        <p:nvPicPr>
          <p:cNvPr id="8" name="Content Placeholder 7" descr="Shipping and logistics concept,cargo box">
            <a:extLst>
              <a:ext uri="{FF2B5EF4-FFF2-40B4-BE49-F238E27FC236}">
                <a16:creationId xmlns:a16="http://schemas.microsoft.com/office/drawing/2014/main" id="{8390FACC-EE88-479D-8254-901BAEB2A3CB}"/>
              </a:ext>
            </a:extLst>
          </p:cNvPr>
          <p:cNvPicPr>
            <a:picLocks noGrp="1" noChangeAspect="1"/>
          </p:cNvPicPr>
          <p:nvPr>
            <p:ph type="pic" sz="quarter" idx="13"/>
          </p:nvPr>
        </p:nvPicPr>
        <p:blipFill>
          <a:blip r:embed="rId3"/>
          <a:srcRect l="4380" r="6046" b="-3"/>
          <a:stretch>
            <a:fillRect/>
          </a:stretch>
        </p:blipFill>
        <p:spPr>
          <a:xfrm>
            <a:off x="667512" y="1261872"/>
            <a:ext cx="5897879" cy="5004290"/>
          </a:xfrm>
        </p:spPr>
      </p:pic>
      <p:sp>
        <p:nvSpPr>
          <p:cNvPr id="3" name="Content Placeholder 2">
            <a:extLst>
              <a:ext uri="{FF2B5EF4-FFF2-40B4-BE49-F238E27FC236}">
                <a16:creationId xmlns:a16="http://schemas.microsoft.com/office/drawing/2014/main" id="{CCE8DDB2-5B68-41C6-B75A-2C314182938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885431" y="2584093"/>
            <a:ext cx="4654297" cy="3696085"/>
          </a:xfrm>
        </p:spPr>
        <p:txBody>
          <a:bodyPr>
            <a:normAutofit lnSpcReduction="10000"/>
          </a:bodyPr>
          <a:lstStyle/>
          <a:p>
            <a:pPr marL="0" lvl="0" indent="0">
              <a:spcBef>
                <a:spcPts val="2500"/>
              </a:spcBef>
              <a:buFont typeface="Arial" panose="020B0604020202020204" pitchFamily="34" charset="0"/>
              <a:buNone/>
            </a:pPr>
            <a:r>
              <a:rPr lang="en-US" b="1" dirty="0"/>
              <a:t>Recursive Feature Elimination (RFE)</a:t>
            </a:r>
          </a:p>
          <a:p>
            <a:pPr marL="0" lvl="1" indent="0">
              <a:buFont typeface="Arial" panose="020B0604020202020204" pitchFamily="34" charset="0"/>
              <a:buNone/>
            </a:pPr>
            <a:r>
              <a:rPr lang="en-US" dirty="0"/>
              <a:t>RFE iteratively removes less important features to find the optimal subset improving model performance.</a:t>
            </a:r>
            <a:r>
              <a:rPr lang="en-IN" dirty="0"/>
              <a:t> We have used top 15 features for the final model.</a:t>
            </a:r>
            <a:endParaRPr lang="en-US" dirty="0"/>
          </a:p>
          <a:p>
            <a:pPr marL="0" lvl="0" indent="0">
              <a:spcBef>
                <a:spcPts val="2500"/>
              </a:spcBef>
              <a:buFont typeface="Arial" panose="020B0604020202020204" pitchFamily="34" charset="0"/>
              <a:buNone/>
            </a:pPr>
            <a:r>
              <a:rPr lang="en-US" b="1" dirty="0"/>
              <a:t>Variance Inflation Factor (VIF)</a:t>
            </a:r>
          </a:p>
          <a:p>
            <a:pPr marL="0" lvl="1" indent="0">
              <a:buFont typeface="Arial" panose="020B0604020202020204" pitchFamily="34" charset="0"/>
              <a:buNone/>
            </a:pPr>
            <a:r>
              <a:rPr lang="en-US" dirty="0"/>
              <a:t>VIF detects multicollinearity in the dataset. For our dataset there is no multicollinearity no features removed.</a:t>
            </a:r>
          </a:p>
          <a:p>
            <a:pPr marL="0" lvl="0" indent="0">
              <a:spcBef>
                <a:spcPts val="2500"/>
              </a:spcBef>
              <a:buFont typeface="Arial" panose="020B0604020202020204" pitchFamily="34" charset="0"/>
              <a:buNone/>
            </a:pPr>
            <a:r>
              <a:rPr lang="en-US" b="1" dirty="0"/>
              <a:t>Benefits of Combined Approach</a:t>
            </a:r>
          </a:p>
          <a:p>
            <a:pPr marL="0" lvl="1" indent="0">
              <a:buFont typeface="Arial" panose="020B0604020202020204" pitchFamily="34" charset="0"/>
              <a:buNone/>
            </a:pPr>
            <a:r>
              <a:rPr lang="en-US" dirty="0"/>
              <a:t>Using RFE and VIF together creates simpler, more stable models focusing on impactful conversion drivers.</a:t>
            </a:r>
          </a:p>
        </p:txBody>
      </p:sp>
    </p:spTree>
    <p:extLst>
      <p:ext uri="{BB962C8B-B14F-4D97-AF65-F5344CB8AC3E}">
        <p14:creationId xmlns:p14="http://schemas.microsoft.com/office/powerpoint/2010/main" val="293528390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AF0E4-91B2-30B8-D8CA-701AF7F3EA0D}"/>
              </a:ext>
            </a:extLst>
          </p:cNvPr>
          <p:cNvSpPr>
            <a:spLocks noGrp="1"/>
          </p:cNvSpPr>
          <p:nvPr>
            <p:ph type="title"/>
          </p:nvPr>
        </p:nvSpPr>
        <p:spPr>
          <a:xfrm>
            <a:off x="667512" y="1260124"/>
            <a:ext cx="4654296" cy="1004010"/>
          </a:xfrm>
        </p:spPr>
        <p:txBody>
          <a:bodyPr anchor="t">
            <a:normAutofit/>
          </a:bodyPr>
          <a:lstStyle/>
          <a:p>
            <a:r>
              <a:rPr lang="en-US" sz="3700"/>
              <a:t>Model Building and Evaluation</a:t>
            </a:r>
          </a:p>
        </p:txBody>
      </p:sp>
      <p:sp>
        <p:nvSpPr>
          <p:cNvPr id="4" name="Slide Number Placeholder 3">
            <a:extLst>
              <a:ext uri="{FF2B5EF4-FFF2-40B4-BE49-F238E27FC236}">
                <a16:creationId xmlns:a16="http://schemas.microsoft.com/office/drawing/2014/main" id="{4F57A04C-F60A-8940-727C-DD166C86AFC9}"/>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8</a:t>
            </a:fld>
            <a:endParaRPr lang="en-US"/>
          </a:p>
        </p:txBody>
      </p:sp>
      <p:sp>
        <p:nvSpPr>
          <p:cNvPr id="5" name="Footer Placeholder 4">
            <a:extLst>
              <a:ext uri="{FF2B5EF4-FFF2-40B4-BE49-F238E27FC236}">
                <a16:creationId xmlns:a16="http://schemas.microsoft.com/office/drawing/2014/main" id="{812FC8C5-5780-A64C-972F-893D116DE91E}"/>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6C060CEB-3472-E94A-1E52-93219907E631}"/>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8/21/2026</a:t>
            </a:fld>
            <a:endParaRPr lang="en-US"/>
          </a:p>
        </p:txBody>
      </p:sp>
      <p:pic>
        <p:nvPicPr>
          <p:cNvPr id="8" name="Content Placeholder 7" descr="Carrying pen pointing at the graph document while having discussion">
            <a:extLst>
              <a:ext uri="{FF2B5EF4-FFF2-40B4-BE49-F238E27FC236}">
                <a16:creationId xmlns:a16="http://schemas.microsoft.com/office/drawing/2014/main" id="{EFB20E5F-3BE6-46B1-935F-DD4E4A317546}"/>
              </a:ext>
            </a:extLst>
          </p:cNvPr>
          <p:cNvPicPr>
            <a:picLocks noGrp="1" noChangeAspect="1"/>
          </p:cNvPicPr>
          <p:nvPr>
            <p:ph type="pic" sz="quarter" idx="13"/>
          </p:nvPr>
        </p:nvPicPr>
        <p:blipFill>
          <a:blip r:embed="rId3"/>
          <a:srcRect l="2300" r="13644"/>
          <a:stretch>
            <a:fillRect/>
          </a:stretch>
        </p:blipFill>
        <p:spPr>
          <a:xfrm>
            <a:off x="667512" y="2584094"/>
            <a:ext cx="4654296" cy="3696086"/>
          </a:xfrm>
        </p:spPr>
      </p:pic>
      <p:sp>
        <p:nvSpPr>
          <p:cNvPr id="3" name="Content Placeholder 2">
            <a:extLst>
              <a:ext uri="{FF2B5EF4-FFF2-40B4-BE49-F238E27FC236}">
                <a16:creationId xmlns:a16="http://schemas.microsoft.com/office/drawing/2014/main" id="{7F117739-4D87-A318-8558-052F6C4C8A5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9" y="1260123"/>
            <a:ext cx="5882639" cy="2328897"/>
          </a:xfrm>
        </p:spPr>
        <p:txBody>
          <a:bodyPr>
            <a:normAutofit/>
          </a:bodyPr>
          <a:lstStyle/>
          <a:p>
            <a:pPr marL="0" lvl="0" indent="0">
              <a:spcBef>
                <a:spcPts val="2500"/>
              </a:spcBef>
              <a:buFont typeface="Arial" panose="020B0604020202020204" pitchFamily="34" charset="0"/>
              <a:buNone/>
            </a:pPr>
            <a:r>
              <a:rPr lang="en-US" b="1" dirty="0"/>
              <a:t>Evaluation Metrics</a:t>
            </a:r>
          </a:p>
          <a:p>
            <a:pPr marL="0" lvl="1" indent="0">
              <a:buFont typeface="Arial" panose="020B0604020202020204" pitchFamily="34" charset="0"/>
              <a:buNone/>
            </a:pPr>
            <a:r>
              <a:rPr lang="en-US" dirty="0"/>
              <a:t>Metrics such as accuracy, precision, recall, F1-score, and ROC-AUC provide insight into model performance.</a:t>
            </a:r>
          </a:p>
          <a:p>
            <a:pPr marL="0" lvl="0" indent="0">
              <a:spcBef>
                <a:spcPts val="2500"/>
              </a:spcBef>
              <a:buFont typeface="Arial" panose="020B0604020202020204" pitchFamily="34" charset="0"/>
              <a:buNone/>
            </a:pPr>
            <a:r>
              <a:rPr lang="en-US" b="1" dirty="0"/>
              <a:t>Threshold Optimization</a:t>
            </a:r>
          </a:p>
          <a:p>
            <a:pPr marL="0" lvl="1" indent="0">
              <a:buFont typeface="Arial" panose="020B0604020202020204" pitchFamily="34" charset="0"/>
              <a:buNone/>
            </a:pPr>
            <a:r>
              <a:rPr lang="en-US" dirty="0"/>
              <a:t>Adjusting the probability cutoff balances precision and recall to meet specific business needs. In our case low threshold is good as it reduce the risk of losing potential student.</a:t>
            </a:r>
          </a:p>
          <a:p>
            <a:pPr marL="0" lvl="1" indent="0">
              <a:buFont typeface="Arial" panose="020B0604020202020204" pitchFamily="34" charset="0"/>
              <a:buNone/>
            </a:pPr>
            <a:endParaRPr lang="en-US" dirty="0"/>
          </a:p>
        </p:txBody>
      </p:sp>
      <p:graphicFrame>
        <p:nvGraphicFramePr>
          <p:cNvPr id="7" name="Table 6">
            <a:extLst>
              <a:ext uri="{FF2B5EF4-FFF2-40B4-BE49-F238E27FC236}">
                <a16:creationId xmlns:a16="http://schemas.microsoft.com/office/drawing/2014/main" id="{08D95E4C-1891-1F60-F713-52268EB1F45E}"/>
              </a:ext>
            </a:extLst>
          </p:cNvPr>
          <p:cNvGraphicFramePr>
            <a:graphicFrameLocks noGrp="1"/>
          </p:cNvGraphicFramePr>
          <p:nvPr>
            <p:extLst>
              <p:ext uri="{D42A27DB-BD31-4B8C-83A1-F6EECF244321}">
                <p14:modId xmlns:p14="http://schemas.microsoft.com/office/powerpoint/2010/main" val="2236077877"/>
              </p:ext>
            </p:extLst>
          </p:nvPr>
        </p:nvGraphicFramePr>
        <p:xfrm>
          <a:off x="5755515" y="3920468"/>
          <a:ext cx="5567807" cy="1275588"/>
        </p:xfrm>
        <a:graphic>
          <a:graphicData uri="http://schemas.openxmlformats.org/drawingml/2006/table">
            <a:tbl>
              <a:tblPr firstRow="1" firstCol="1" bandRow="1">
                <a:tableStyleId>{5C22544A-7EE6-4342-B048-85BDC9FD1C3A}</a:tableStyleId>
              </a:tblPr>
              <a:tblGrid>
                <a:gridCol w="1113097">
                  <a:extLst>
                    <a:ext uri="{9D8B030D-6E8A-4147-A177-3AD203B41FA5}">
                      <a16:colId xmlns:a16="http://schemas.microsoft.com/office/drawing/2014/main" val="2365712451"/>
                    </a:ext>
                  </a:extLst>
                </a:gridCol>
                <a:gridCol w="1113097">
                  <a:extLst>
                    <a:ext uri="{9D8B030D-6E8A-4147-A177-3AD203B41FA5}">
                      <a16:colId xmlns:a16="http://schemas.microsoft.com/office/drawing/2014/main" val="3846974993"/>
                    </a:ext>
                  </a:extLst>
                </a:gridCol>
                <a:gridCol w="1113097">
                  <a:extLst>
                    <a:ext uri="{9D8B030D-6E8A-4147-A177-3AD203B41FA5}">
                      <a16:colId xmlns:a16="http://schemas.microsoft.com/office/drawing/2014/main" val="3389420527"/>
                    </a:ext>
                  </a:extLst>
                </a:gridCol>
                <a:gridCol w="1113097">
                  <a:extLst>
                    <a:ext uri="{9D8B030D-6E8A-4147-A177-3AD203B41FA5}">
                      <a16:colId xmlns:a16="http://schemas.microsoft.com/office/drawing/2014/main" val="2021556125"/>
                    </a:ext>
                  </a:extLst>
                </a:gridCol>
                <a:gridCol w="1115419">
                  <a:extLst>
                    <a:ext uri="{9D8B030D-6E8A-4147-A177-3AD203B41FA5}">
                      <a16:colId xmlns:a16="http://schemas.microsoft.com/office/drawing/2014/main" val="606466120"/>
                    </a:ext>
                  </a:extLst>
                </a:gridCol>
              </a:tblGrid>
              <a:tr h="210185">
                <a:tc>
                  <a:txBody>
                    <a:bodyPr/>
                    <a:lstStyle/>
                    <a:p>
                      <a:pPr marL="0" marR="0" algn="ctr">
                        <a:lnSpc>
                          <a:spcPct val="107000"/>
                        </a:lnSpc>
                        <a:spcBef>
                          <a:spcPts val="0"/>
                        </a:spcBef>
                        <a:spcAft>
                          <a:spcPts val="0"/>
                        </a:spcAft>
                      </a:pPr>
                      <a:r>
                        <a:rPr lang="en-US" sz="1100" kern="100" dirty="0">
                          <a:effectLst/>
                        </a:rPr>
                        <a:t> </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100" kern="100" dirty="0">
                          <a:effectLst/>
                        </a:rPr>
                        <a:t>precision</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100" kern="100">
                          <a:effectLst/>
                        </a:rPr>
                        <a:t>recall</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100" kern="100">
                          <a:effectLst/>
                        </a:rPr>
                        <a:t>f1-score</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100" kern="100">
                          <a:effectLst/>
                        </a:rPr>
                        <a:t>support</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extLst>
                  <a:ext uri="{0D108BD9-81ED-4DB2-BD59-A6C34878D82A}">
                    <a16:rowId xmlns:a16="http://schemas.microsoft.com/office/drawing/2014/main" val="4169707681"/>
                  </a:ext>
                </a:extLst>
              </a:tr>
              <a:tr h="207010">
                <a:tc>
                  <a:txBody>
                    <a:bodyPr/>
                    <a:lstStyle/>
                    <a:p>
                      <a:pPr marL="0" marR="0" algn="ctr">
                        <a:lnSpc>
                          <a:spcPct val="107000"/>
                        </a:lnSpc>
                        <a:spcBef>
                          <a:spcPts val="0"/>
                        </a:spcBef>
                        <a:spcAft>
                          <a:spcPts val="0"/>
                        </a:spcAft>
                      </a:pPr>
                      <a:r>
                        <a:rPr lang="en-US" sz="1100" kern="100">
                          <a:effectLst/>
                        </a:rPr>
                        <a:t>False</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100" kern="100" dirty="0">
                          <a:effectLst/>
                        </a:rPr>
                        <a:t>0.94</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100" kern="100" dirty="0">
                          <a:effectLst/>
                        </a:rPr>
                        <a:t>0.93</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100" kern="100" dirty="0">
                          <a:effectLst/>
                        </a:rPr>
                        <a:t>0.94</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100" kern="100" dirty="0">
                          <a:effectLst/>
                        </a:rPr>
                        <a:t>1656</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extLst>
                  <a:ext uri="{0D108BD9-81ED-4DB2-BD59-A6C34878D82A}">
                    <a16:rowId xmlns:a16="http://schemas.microsoft.com/office/drawing/2014/main" val="744443811"/>
                  </a:ext>
                </a:extLst>
              </a:tr>
              <a:tr h="210185">
                <a:tc>
                  <a:txBody>
                    <a:bodyPr/>
                    <a:lstStyle/>
                    <a:p>
                      <a:pPr marL="0" marR="0" algn="ctr">
                        <a:lnSpc>
                          <a:spcPct val="107000"/>
                        </a:lnSpc>
                        <a:spcBef>
                          <a:spcPts val="0"/>
                        </a:spcBef>
                        <a:spcAft>
                          <a:spcPts val="0"/>
                        </a:spcAft>
                      </a:pPr>
                      <a:r>
                        <a:rPr lang="en-US" sz="1100" kern="100">
                          <a:effectLst/>
                        </a:rPr>
                        <a:t>True</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100" kern="100" dirty="0">
                          <a:effectLst/>
                        </a:rPr>
                        <a:t>0.89</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100" kern="100" dirty="0">
                          <a:effectLst/>
                        </a:rPr>
                        <a:t>0.90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100" kern="100" dirty="0">
                          <a:effectLst/>
                        </a:rPr>
                        <a:t>0.89</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100" kern="100" dirty="0">
                          <a:effectLst/>
                        </a:rPr>
                        <a:t>998</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extLst>
                  <a:ext uri="{0D108BD9-81ED-4DB2-BD59-A6C34878D82A}">
                    <a16:rowId xmlns:a16="http://schemas.microsoft.com/office/drawing/2014/main" val="2613057904"/>
                  </a:ext>
                </a:extLst>
              </a:tr>
              <a:tr h="207010">
                <a:tc>
                  <a:txBody>
                    <a:bodyPr/>
                    <a:lstStyle/>
                    <a:p>
                      <a:pPr marL="0" marR="0" algn="ctr">
                        <a:lnSpc>
                          <a:spcPct val="107000"/>
                        </a:lnSpc>
                        <a:spcBef>
                          <a:spcPts val="0"/>
                        </a:spcBef>
                        <a:spcAft>
                          <a:spcPts val="0"/>
                        </a:spcAft>
                      </a:pPr>
                      <a:r>
                        <a:rPr lang="en-US" sz="1100" kern="100">
                          <a:effectLst/>
                        </a:rPr>
                        <a:t>accuracy</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100" kern="100">
                          <a:effectLst/>
                        </a:rPr>
                        <a:t> </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100" kern="100">
                          <a:effectLst/>
                        </a:rPr>
                        <a:t> </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100" kern="100" dirty="0">
                          <a:effectLst/>
                        </a:rPr>
                        <a:t>0.92</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100" kern="100" dirty="0">
                          <a:effectLst/>
                          <a:latin typeface="Aptos" panose="020B0004020202020204" pitchFamily="34" charset="0"/>
                          <a:ea typeface="Aptos" panose="020B0004020202020204" pitchFamily="34" charset="0"/>
                          <a:cs typeface="Mangal" panose="02040503050203030202" pitchFamily="18" charset="0"/>
                        </a:rPr>
                        <a:t>2654</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extLst>
                  <a:ext uri="{0D108BD9-81ED-4DB2-BD59-A6C34878D82A}">
                    <a16:rowId xmlns:a16="http://schemas.microsoft.com/office/drawing/2014/main" val="643093328"/>
                  </a:ext>
                </a:extLst>
              </a:tr>
              <a:tr h="165100">
                <a:tc>
                  <a:txBody>
                    <a:bodyPr/>
                    <a:lstStyle/>
                    <a:p>
                      <a:pPr marL="0" marR="0" algn="ctr">
                        <a:lnSpc>
                          <a:spcPct val="107000"/>
                        </a:lnSpc>
                        <a:spcBef>
                          <a:spcPts val="0"/>
                        </a:spcBef>
                        <a:spcAft>
                          <a:spcPts val="0"/>
                        </a:spcAft>
                      </a:pPr>
                      <a:r>
                        <a:rPr lang="en-US" sz="1100" kern="100">
                          <a:effectLst/>
                        </a:rPr>
                        <a:t>macro avg</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100" kern="100" dirty="0">
                          <a:effectLst/>
                        </a:rPr>
                        <a:t>0.91</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100" kern="100" dirty="0">
                          <a:effectLst/>
                        </a:rPr>
                        <a:t>0.92</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100" kern="100" dirty="0">
                          <a:effectLst/>
                        </a:rPr>
                        <a:t>0.91</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100" kern="100" dirty="0">
                          <a:effectLst/>
                          <a:latin typeface="Aptos" panose="020B0004020202020204" pitchFamily="34" charset="0"/>
                          <a:ea typeface="Aptos" panose="020B0004020202020204" pitchFamily="34" charset="0"/>
                          <a:cs typeface="Mangal" panose="02040503050203030202" pitchFamily="18" charset="0"/>
                        </a:rPr>
                        <a:t>2654</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extLst>
                  <a:ext uri="{0D108BD9-81ED-4DB2-BD59-A6C34878D82A}">
                    <a16:rowId xmlns:a16="http://schemas.microsoft.com/office/drawing/2014/main" val="1546060987"/>
                  </a:ext>
                </a:extLst>
              </a:tr>
              <a:tr h="267970">
                <a:tc>
                  <a:txBody>
                    <a:bodyPr/>
                    <a:lstStyle/>
                    <a:p>
                      <a:pPr marL="0" marR="0" algn="ctr">
                        <a:lnSpc>
                          <a:spcPct val="107000"/>
                        </a:lnSpc>
                        <a:spcBef>
                          <a:spcPts val="0"/>
                        </a:spcBef>
                        <a:spcAft>
                          <a:spcPts val="0"/>
                        </a:spcAft>
                      </a:pPr>
                      <a:r>
                        <a:rPr lang="en-US" sz="1100" kern="100" dirty="0">
                          <a:effectLst/>
                        </a:rPr>
                        <a:t>weighted avg</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100" kern="100" dirty="0">
                          <a:effectLst/>
                        </a:rPr>
                        <a:t>0.92</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100" kern="100" dirty="0">
                          <a:effectLst/>
                        </a:rPr>
                        <a:t>0.92</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US" sz="1100" kern="100" dirty="0">
                          <a:effectLst/>
                        </a:rPr>
                        <a:t>0.92</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US" sz="1100" kern="100" dirty="0">
                          <a:effectLst/>
                          <a:latin typeface="Aptos" panose="020B0004020202020204" pitchFamily="34" charset="0"/>
                          <a:ea typeface="Aptos" panose="020B0004020202020204" pitchFamily="34" charset="0"/>
                          <a:cs typeface="Mangal" panose="02040503050203030202" pitchFamily="18" charset="0"/>
                        </a:rPr>
                        <a:t>2654</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extLst>
                  <a:ext uri="{0D108BD9-81ED-4DB2-BD59-A6C34878D82A}">
                    <a16:rowId xmlns:a16="http://schemas.microsoft.com/office/drawing/2014/main" val="1395232544"/>
                  </a:ext>
                </a:extLst>
              </a:tr>
            </a:tbl>
          </a:graphicData>
        </a:graphic>
      </p:graphicFrame>
      <p:graphicFrame>
        <p:nvGraphicFramePr>
          <p:cNvPr id="9" name="Table 8">
            <a:extLst>
              <a:ext uri="{FF2B5EF4-FFF2-40B4-BE49-F238E27FC236}">
                <a16:creationId xmlns:a16="http://schemas.microsoft.com/office/drawing/2014/main" id="{0A867D10-CBEB-424F-DD2F-0FA2EBF72ED0}"/>
              </a:ext>
            </a:extLst>
          </p:cNvPr>
          <p:cNvGraphicFramePr>
            <a:graphicFrameLocks noGrp="1"/>
          </p:cNvGraphicFramePr>
          <p:nvPr>
            <p:extLst>
              <p:ext uri="{D42A27DB-BD31-4B8C-83A1-F6EECF244321}">
                <p14:modId xmlns:p14="http://schemas.microsoft.com/office/powerpoint/2010/main" val="2001356914"/>
              </p:ext>
            </p:extLst>
          </p:nvPr>
        </p:nvGraphicFramePr>
        <p:xfrm>
          <a:off x="5755515" y="5441980"/>
          <a:ext cx="1997075" cy="929640"/>
        </p:xfrm>
        <a:graphic>
          <a:graphicData uri="http://schemas.openxmlformats.org/drawingml/2006/table">
            <a:tbl>
              <a:tblPr firstRow="1" firstCol="1" bandRow="1">
                <a:tableStyleId>{5C22544A-7EE6-4342-B048-85BDC9FD1C3A}</a:tableStyleId>
              </a:tblPr>
              <a:tblGrid>
                <a:gridCol w="1082675">
                  <a:extLst>
                    <a:ext uri="{9D8B030D-6E8A-4147-A177-3AD203B41FA5}">
                      <a16:colId xmlns:a16="http://schemas.microsoft.com/office/drawing/2014/main" val="1813788360"/>
                    </a:ext>
                  </a:extLst>
                </a:gridCol>
                <a:gridCol w="914400">
                  <a:extLst>
                    <a:ext uri="{9D8B030D-6E8A-4147-A177-3AD203B41FA5}">
                      <a16:colId xmlns:a16="http://schemas.microsoft.com/office/drawing/2014/main" val="3611870949"/>
                    </a:ext>
                  </a:extLst>
                </a:gridCol>
              </a:tblGrid>
              <a:tr h="238760">
                <a:tc>
                  <a:txBody>
                    <a:bodyPr/>
                    <a:lstStyle/>
                    <a:p>
                      <a:pPr marL="0" marR="0">
                        <a:lnSpc>
                          <a:spcPct val="107000"/>
                        </a:lnSpc>
                        <a:spcBef>
                          <a:spcPts val="0"/>
                        </a:spcBef>
                        <a:spcAft>
                          <a:spcPts val="0"/>
                        </a:spcAft>
                      </a:pPr>
                      <a:r>
                        <a:rPr lang="en-US" sz="1100" kern="100" dirty="0">
                          <a:effectLst/>
                        </a:rPr>
                        <a:t>True Positive </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100" b="0" kern="100" dirty="0">
                          <a:solidFill>
                            <a:schemeClr val="dk1"/>
                          </a:solidFill>
                          <a:effectLst/>
                          <a:latin typeface="+mn-lt"/>
                          <a:ea typeface="+mn-ea"/>
                          <a:cs typeface="+mn-cs"/>
                        </a:rPr>
                        <a:t>901</a:t>
                      </a:r>
                    </a:p>
                  </a:txBody>
                  <a:tcPr marL="68580" marR="68580" marT="0" marB="0">
                    <a:solidFill>
                      <a:schemeClr val="accent1">
                        <a:lumMod val="20000"/>
                        <a:lumOff val="80000"/>
                      </a:schemeClr>
                    </a:solidFill>
                  </a:tcPr>
                </a:tc>
                <a:extLst>
                  <a:ext uri="{0D108BD9-81ED-4DB2-BD59-A6C34878D82A}">
                    <a16:rowId xmlns:a16="http://schemas.microsoft.com/office/drawing/2014/main" val="56935904"/>
                  </a:ext>
                </a:extLst>
              </a:tr>
              <a:tr h="226060">
                <a:tc>
                  <a:txBody>
                    <a:bodyPr/>
                    <a:lstStyle/>
                    <a:p>
                      <a:pPr marL="0" marR="0">
                        <a:lnSpc>
                          <a:spcPct val="107000"/>
                        </a:lnSpc>
                        <a:spcBef>
                          <a:spcPts val="0"/>
                        </a:spcBef>
                        <a:spcAft>
                          <a:spcPts val="0"/>
                        </a:spcAft>
                      </a:pPr>
                      <a:r>
                        <a:rPr lang="en-US" sz="1100" kern="100" dirty="0">
                          <a:effectLst/>
                        </a:rPr>
                        <a:t>True Negative </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100" kern="100" dirty="0">
                          <a:solidFill>
                            <a:schemeClr val="dk1"/>
                          </a:solidFill>
                          <a:effectLst/>
                          <a:latin typeface="+mn-lt"/>
                          <a:ea typeface="+mn-ea"/>
                          <a:cs typeface="+mn-cs"/>
                        </a:rPr>
                        <a:t>1540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extLst>
                  <a:ext uri="{0D108BD9-81ED-4DB2-BD59-A6C34878D82A}">
                    <a16:rowId xmlns:a16="http://schemas.microsoft.com/office/drawing/2014/main" val="1564143607"/>
                  </a:ext>
                </a:extLst>
              </a:tr>
              <a:tr h="238760">
                <a:tc>
                  <a:txBody>
                    <a:bodyPr/>
                    <a:lstStyle/>
                    <a:p>
                      <a:pPr marL="0" marR="0">
                        <a:lnSpc>
                          <a:spcPct val="107000"/>
                        </a:lnSpc>
                        <a:spcBef>
                          <a:spcPts val="0"/>
                        </a:spcBef>
                        <a:spcAft>
                          <a:spcPts val="0"/>
                        </a:spcAft>
                      </a:pPr>
                      <a:r>
                        <a:rPr lang="en-US" sz="1100" kern="100">
                          <a:effectLst/>
                        </a:rPr>
                        <a:t>False Positive</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100" kern="100" dirty="0">
                          <a:effectLst/>
                          <a:latin typeface="Aptos" panose="020B0004020202020204" pitchFamily="34" charset="0"/>
                          <a:ea typeface="Aptos" panose="020B0004020202020204" pitchFamily="34" charset="0"/>
                          <a:cs typeface="Mangal" panose="02040503050203030202" pitchFamily="18" charset="0"/>
                        </a:rPr>
                        <a:t>116</a:t>
                      </a:r>
                    </a:p>
                  </a:txBody>
                  <a:tcPr marL="68580" marR="68580" marT="0" marB="0"/>
                </a:tc>
                <a:extLst>
                  <a:ext uri="{0D108BD9-81ED-4DB2-BD59-A6C34878D82A}">
                    <a16:rowId xmlns:a16="http://schemas.microsoft.com/office/drawing/2014/main" val="1989317045"/>
                  </a:ext>
                </a:extLst>
              </a:tr>
              <a:tr h="226060">
                <a:tc>
                  <a:txBody>
                    <a:bodyPr/>
                    <a:lstStyle/>
                    <a:p>
                      <a:pPr marL="0" marR="0">
                        <a:lnSpc>
                          <a:spcPct val="107000"/>
                        </a:lnSpc>
                        <a:spcBef>
                          <a:spcPts val="0"/>
                        </a:spcBef>
                        <a:spcAft>
                          <a:spcPts val="0"/>
                        </a:spcAft>
                      </a:pPr>
                      <a:r>
                        <a:rPr lang="en-US" sz="1100" kern="100">
                          <a:effectLst/>
                        </a:rPr>
                        <a:t>False Negative</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100" kern="100" dirty="0">
                          <a:effectLst/>
                          <a:latin typeface="Aptos" panose="020B0004020202020204" pitchFamily="34" charset="0"/>
                          <a:ea typeface="Aptos" panose="020B0004020202020204" pitchFamily="34" charset="0"/>
                          <a:cs typeface="Mangal" panose="02040503050203030202" pitchFamily="18" charset="0"/>
                        </a:rPr>
                        <a:t>97</a:t>
                      </a:r>
                    </a:p>
                  </a:txBody>
                  <a:tcPr marL="68580" marR="68580" marT="0" marB="0"/>
                </a:tc>
                <a:extLst>
                  <a:ext uri="{0D108BD9-81ED-4DB2-BD59-A6C34878D82A}">
                    <a16:rowId xmlns:a16="http://schemas.microsoft.com/office/drawing/2014/main" val="2088025368"/>
                  </a:ext>
                </a:extLst>
              </a:tr>
            </a:tbl>
          </a:graphicData>
        </a:graphic>
      </p:graphicFrame>
      <p:sp>
        <p:nvSpPr>
          <p:cNvPr id="10" name="TextBox 9">
            <a:extLst>
              <a:ext uri="{FF2B5EF4-FFF2-40B4-BE49-F238E27FC236}">
                <a16:creationId xmlns:a16="http://schemas.microsoft.com/office/drawing/2014/main" id="{A2C093CB-2FD5-D155-4AA4-4C4C58D697DF}"/>
              </a:ext>
            </a:extLst>
          </p:cNvPr>
          <p:cNvSpPr txBox="1"/>
          <p:nvPr/>
        </p:nvSpPr>
        <p:spPr>
          <a:xfrm>
            <a:off x="5641849" y="3612691"/>
            <a:ext cx="4654295" cy="307777"/>
          </a:xfrm>
          <a:prstGeom prst="rect">
            <a:avLst/>
          </a:prstGeom>
          <a:noFill/>
        </p:spPr>
        <p:txBody>
          <a:bodyPr wrap="square" rtlCol="0">
            <a:spAutoFit/>
          </a:bodyPr>
          <a:lstStyle/>
          <a:p>
            <a:r>
              <a:rPr lang="en-US" sz="1400" b="1" dirty="0"/>
              <a:t>Test score of Machine learning model.</a:t>
            </a:r>
            <a:endParaRPr lang="en-IN" sz="1400" b="1" dirty="0"/>
          </a:p>
        </p:txBody>
      </p:sp>
      <p:sp>
        <p:nvSpPr>
          <p:cNvPr id="11" name="TextBox 10">
            <a:extLst>
              <a:ext uri="{FF2B5EF4-FFF2-40B4-BE49-F238E27FC236}">
                <a16:creationId xmlns:a16="http://schemas.microsoft.com/office/drawing/2014/main" id="{5D550034-E304-0348-E7A1-BE617C8D2F74}"/>
              </a:ext>
            </a:extLst>
          </p:cNvPr>
          <p:cNvSpPr txBox="1"/>
          <p:nvPr/>
        </p:nvSpPr>
        <p:spPr>
          <a:xfrm>
            <a:off x="5641849" y="5159333"/>
            <a:ext cx="4654295" cy="307777"/>
          </a:xfrm>
          <a:prstGeom prst="rect">
            <a:avLst/>
          </a:prstGeom>
          <a:noFill/>
        </p:spPr>
        <p:txBody>
          <a:bodyPr wrap="square" rtlCol="0">
            <a:spAutoFit/>
          </a:bodyPr>
          <a:lstStyle/>
          <a:p>
            <a:r>
              <a:rPr lang="en-US" sz="1400" b="1" dirty="0"/>
              <a:t>Confusion matrix</a:t>
            </a:r>
            <a:endParaRPr lang="en-IN" sz="1400" b="1" dirty="0"/>
          </a:p>
        </p:txBody>
      </p:sp>
    </p:spTree>
    <p:extLst>
      <p:ext uri="{BB962C8B-B14F-4D97-AF65-F5344CB8AC3E}">
        <p14:creationId xmlns:p14="http://schemas.microsoft.com/office/powerpoint/2010/main" val="183532579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48EBE-F59D-7B67-B327-9763A527D62D}"/>
              </a:ext>
            </a:extLst>
          </p:cNvPr>
          <p:cNvSpPr>
            <a:spLocks noGrp="1"/>
          </p:cNvSpPr>
          <p:nvPr>
            <p:ph type="title"/>
          </p:nvPr>
        </p:nvSpPr>
        <p:spPr>
          <a:xfrm>
            <a:off x="652271" y="2835554"/>
            <a:ext cx="4654296" cy="1004010"/>
          </a:xfrm>
        </p:spPr>
        <p:txBody>
          <a:bodyPr anchor="t">
            <a:normAutofit/>
          </a:bodyPr>
          <a:lstStyle/>
          <a:p>
            <a:r>
              <a:rPr lang="en-US" sz="3700" dirty="0"/>
              <a:t>Business Insights and Final Impact</a:t>
            </a:r>
          </a:p>
        </p:txBody>
      </p:sp>
      <p:sp>
        <p:nvSpPr>
          <p:cNvPr id="4" name="Slide Number Placeholder 3">
            <a:extLst>
              <a:ext uri="{FF2B5EF4-FFF2-40B4-BE49-F238E27FC236}">
                <a16:creationId xmlns:a16="http://schemas.microsoft.com/office/drawing/2014/main" id="{6C638A3C-C12F-D1CA-B461-BA70C807FE2D}"/>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9</a:t>
            </a:fld>
            <a:endParaRPr lang="en-US"/>
          </a:p>
        </p:txBody>
      </p:sp>
      <p:sp>
        <p:nvSpPr>
          <p:cNvPr id="5" name="Footer Placeholder 4">
            <a:extLst>
              <a:ext uri="{FF2B5EF4-FFF2-40B4-BE49-F238E27FC236}">
                <a16:creationId xmlns:a16="http://schemas.microsoft.com/office/drawing/2014/main" id="{FF963462-8480-1011-DF16-2FC0D0EA1350}"/>
              </a:ext>
            </a:extLst>
          </p:cNvPr>
          <p:cNvSpPr>
            <a:spLocks noGrp="1"/>
          </p:cNvSpPr>
          <p:nvPr>
            <p:ph type="ftr" sz="quarter" idx="15"/>
          </p:nvPr>
        </p:nvSpPr>
        <p:spPr>
          <a:xfrm>
            <a:off x="934122" y="181066"/>
            <a:ext cx="3144101"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06C9823D-0025-3C43-B063-B8CB855B4BFE}"/>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8/21/2026</a:t>
            </a:fld>
            <a:endParaRPr lang="en-US"/>
          </a:p>
        </p:txBody>
      </p:sp>
      <p:sp>
        <p:nvSpPr>
          <p:cNvPr id="3" name="Content Placeholder 2">
            <a:extLst>
              <a:ext uri="{FF2B5EF4-FFF2-40B4-BE49-F238E27FC236}">
                <a16:creationId xmlns:a16="http://schemas.microsoft.com/office/drawing/2014/main" id="{E13E5753-5E64-9BC5-89DD-BAF9473BA8A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58741" y="1135380"/>
            <a:ext cx="6380988" cy="4404359"/>
          </a:xfrm>
        </p:spPr>
        <p:txBody>
          <a:bodyPr>
            <a:normAutofit/>
          </a:bodyPr>
          <a:lstStyle/>
          <a:p>
            <a:pPr marL="0" lvl="0" indent="0">
              <a:spcBef>
                <a:spcPts val="2500"/>
              </a:spcBef>
              <a:buFont typeface="Arial" panose="020B0604020202020204" pitchFamily="34" charset="0"/>
              <a:buNone/>
            </a:pPr>
            <a:r>
              <a:rPr lang="en-US" sz="1600" b="1" dirty="0"/>
              <a:t>Targeting High-Potential Customers</a:t>
            </a:r>
          </a:p>
          <a:p>
            <a:pPr marL="0" lvl="1" indent="0">
              <a:buFont typeface="Arial" panose="020B0604020202020204" pitchFamily="34" charset="0"/>
              <a:buNone/>
            </a:pPr>
            <a:r>
              <a:rPr lang="en-US" sz="1600" dirty="0"/>
              <a:t>Logistic regression helps identify leads with the highest conversion likelihood, improving sales efficiency.</a:t>
            </a:r>
          </a:p>
          <a:p>
            <a:pPr marL="0" lvl="0" indent="0">
              <a:spcBef>
                <a:spcPts val="2500"/>
              </a:spcBef>
              <a:buFont typeface="Arial" panose="020B0604020202020204" pitchFamily="34" charset="0"/>
              <a:buNone/>
            </a:pPr>
            <a:r>
              <a:rPr lang="en-US" sz="1600" b="1" dirty="0"/>
              <a:t>Insights into Customer Behavior</a:t>
            </a:r>
          </a:p>
          <a:p>
            <a:pPr marL="0" lvl="1" indent="0">
              <a:buFont typeface="Arial" panose="020B0604020202020204" pitchFamily="34" charset="0"/>
              <a:buNone/>
            </a:pPr>
            <a:r>
              <a:rPr lang="en-US" sz="1600" dirty="0"/>
              <a:t>The model reveals key drivers of customer choices, aiding marketing and product strategy refinement.</a:t>
            </a:r>
          </a:p>
          <a:p>
            <a:pPr marL="0" lvl="1" indent="0">
              <a:buFont typeface="Arial" panose="020B0604020202020204" pitchFamily="34" charset="0"/>
              <a:buNone/>
            </a:pPr>
            <a:endParaRPr lang="en-US" sz="1600" dirty="0"/>
          </a:p>
          <a:p>
            <a:pPr marL="0" lvl="1" indent="0">
              <a:buFont typeface="Arial" panose="020B0604020202020204" pitchFamily="34" charset="0"/>
              <a:buNone/>
            </a:pPr>
            <a:r>
              <a:rPr lang="en-US" sz="1600" b="1" dirty="0"/>
              <a:t>Increase in the revenue</a:t>
            </a:r>
          </a:p>
          <a:p>
            <a:pPr marL="0" lvl="1" indent="0">
              <a:buFont typeface="Arial" panose="020B0604020202020204" pitchFamily="34" charset="0"/>
              <a:buNone/>
            </a:pPr>
            <a:r>
              <a:rPr lang="en-US" sz="1600" dirty="0"/>
              <a:t>With increase in the conversion rate there will increase in the revenue of company. </a:t>
            </a:r>
          </a:p>
          <a:p>
            <a:pPr marL="0" lvl="0" indent="0">
              <a:spcBef>
                <a:spcPts val="600"/>
              </a:spcBef>
              <a:buFont typeface="Arial" panose="020B0604020202020204" pitchFamily="34" charset="0"/>
              <a:buNone/>
            </a:pPr>
            <a:endParaRPr lang="en-US" dirty="0"/>
          </a:p>
          <a:p>
            <a:pPr marL="0" lvl="0" indent="0">
              <a:spcBef>
                <a:spcPts val="600"/>
              </a:spcBef>
              <a:buFont typeface="Arial" panose="020B0604020202020204" pitchFamily="34" charset="0"/>
              <a:buNone/>
            </a:pPr>
            <a:endParaRPr lang="en-US" dirty="0"/>
          </a:p>
        </p:txBody>
      </p:sp>
    </p:spTree>
    <p:extLst>
      <p:ext uri="{BB962C8B-B14F-4D97-AF65-F5344CB8AC3E}">
        <p14:creationId xmlns:p14="http://schemas.microsoft.com/office/powerpoint/2010/main" val="71492040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DD562-564B-D1E5-C4CF-C783D858E3D8}"/>
              </a:ext>
            </a:extLst>
          </p:cNvPr>
          <p:cNvSpPr>
            <a:spLocks noGrp="1"/>
          </p:cNvSpPr>
          <p:nvPr>
            <p:ph type="title"/>
          </p:nvPr>
        </p:nvSpPr>
        <p:spPr>
          <a:xfrm>
            <a:off x="4730496" y="753546"/>
            <a:ext cx="2731008" cy="1004010"/>
          </a:xfrm>
        </p:spPr>
        <p:txBody>
          <a:bodyPr/>
          <a:lstStyle/>
          <a:p>
            <a:r>
              <a:rPr lang="en-US" dirty="0"/>
              <a:t>Solutions </a:t>
            </a:r>
            <a:endParaRPr lang="en-IN" dirty="0"/>
          </a:p>
        </p:txBody>
      </p:sp>
      <p:sp>
        <p:nvSpPr>
          <p:cNvPr id="3" name="Slide Number Placeholder 2">
            <a:extLst>
              <a:ext uri="{FF2B5EF4-FFF2-40B4-BE49-F238E27FC236}">
                <a16:creationId xmlns:a16="http://schemas.microsoft.com/office/drawing/2014/main" id="{8D89CF08-CE1A-3AAB-8BEA-E484C2C65B1F}"/>
              </a:ext>
            </a:extLst>
          </p:cNvPr>
          <p:cNvSpPr>
            <a:spLocks noGrp="1"/>
          </p:cNvSpPr>
          <p:nvPr>
            <p:ph type="sldNum" sz="quarter" idx="4"/>
          </p:nvPr>
        </p:nvSpPr>
        <p:spPr/>
        <p:txBody>
          <a:bodyPr/>
          <a:lstStyle/>
          <a:p>
            <a:fld id="{7ECAF3DD-865B-4F9E-8AEE-28157E83B0D8}" type="slidenum">
              <a:rPr lang="en-US" smtClean="0"/>
              <a:pPr/>
              <a:t>10</a:t>
            </a:fld>
            <a:endParaRPr lang="en-US"/>
          </a:p>
        </p:txBody>
      </p:sp>
      <p:sp>
        <p:nvSpPr>
          <p:cNvPr id="4" name="Footer Placeholder 3">
            <a:extLst>
              <a:ext uri="{FF2B5EF4-FFF2-40B4-BE49-F238E27FC236}">
                <a16:creationId xmlns:a16="http://schemas.microsoft.com/office/drawing/2014/main" id="{E72978B0-9871-67CD-F259-C7CBACF3B3AD}"/>
              </a:ext>
            </a:extLst>
          </p:cNvPr>
          <p:cNvSpPr>
            <a:spLocks noGrp="1"/>
          </p:cNvSpPr>
          <p:nvPr>
            <p:ph type="ftr" sz="quarter" idx="15"/>
          </p:nvPr>
        </p:nvSpPr>
        <p:spPr/>
        <p:txBody>
          <a:bodyPr/>
          <a:lstStyle/>
          <a:p>
            <a:r>
              <a:rPr lang="en-US"/>
              <a:t>Presentation title</a:t>
            </a:r>
          </a:p>
        </p:txBody>
      </p:sp>
      <p:sp>
        <p:nvSpPr>
          <p:cNvPr id="5" name="Date Placeholder 4">
            <a:extLst>
              <a:ext uri="{FF2B5EF4-FFF2-40B4-BE49-F238E27FC236}">
                <a16:creationId xmlns:a16="http://schemas.microsoft.com/office/drawing/2014/main" id="{CDCD553E-46A3-A58F-49B5-6D23D345554A}"/>
              </a:ext>
            </a:extLst>
          </p:cNvPr>
          <p:cNvSpPr>
            <a:spLocks noGrp="1"/>
          </p:cNvSpPr>
          <p:nvPr>
            <p:ph type="dt" sz="half" idx="2"/>
          </p:nvPr>
        </p:nvSpPr>
        <p:spPr/>
        <p:txBody>
          <a:bodyPr/>
          <a:lstStyle/>
          <a:p>
            <a:fld id="{4FF032E9-B94F-48D6-9953-A37CC3DD361D}" type="datetime1">
              <a:rPr lang="en-US" smtClean="0"/>
              <a:t>8/21/2026</a:t>
            </a:fld>
            <a:endParaRPr lang="en-US"/>
          </a:p>
        </p:txBody>
      </p:sp>
      <p:sp>
        <p:nvSpPr>
          <p:cNvPr id="7" name="Content Placeholder 6">
            <a:extLst>
              <a:ext uri="{FF2B5EF4-FFF2-40B4-BE49-F238E27FC236}">
                <a16:creationId xmlns:a16="http://schemas.microsoft.com/office/drawing/2014/main" id="{250DD090-6C1A-B93E-58F4-535C8A46B4EB}"/>
              </a:ext>
            </a:extLst>
          </p:cNvPr>
          <p:cNvSpPr>
            <a:spLocks noGrp="1"/>
          </p:cNvSpPr>
          <p:nvPr>
            <p:ph sz="quarter" idx="14"/>
          </p:nvPr>
        </p:nvSpPr>
        <p:spPr>
          <a:xfrm>
            <a:off x="800816" y="1307192"/>
            <a:ext cx="10378440" cy="4797262"/>
          </a:xfrm>
        </p:spPr>
        <p:txBody>
          <a:bodyPr/>
          <a:lstStyle/>
          <a:p>
            <a:pPr marL="0" indent="0">
              <a:buNone/>
            </a:pPr>
            <a:r>
              <a:rPr lang="en-US" sz="1800" b="1" dirty="0"/>
              <a:t>Impact of variable on sales</a:t>
            </a:r>
          </a:p>
          <a:p>
            <a:pPr marL="342900" indent="-342900">
              <a:buFont typeface="+mj-lt"/>
              <a:buAutoNum type="arabicPeriod"/>
            </a:pPr>
            <a:r>
              <a:rPr lang="en-US" dirty="0"/>
              <a:t>If students said interested in next batch or came from </a:t>
            </a:r>
            <a:r>
              <a:rPr lang="en-US" dirty="0" err="1"/>
              <a:t>welingak</a:t>
            </a:r>
            <a:r>
              <a:rPr lang="en-US" dirty="0"/>
              <a:t> website, they are most likely to convert.</a:t>
            </a:r>
          </a:p>
          <a:p>
            <a:pPr marL="342900" indent="-342900">
              <a:buFont typeface="+mj-lt"/>
              <a:buAutoNum type="arabicPeriod"/>
            </a:pPr>
            <a:r>
              <a:rPr lang="en-US" dirty="0"/>
              <a:t>If the phone ringing not answered or switch-off  they might be not interested in course.</a:t>
            </a:r>
          </a:p>
          <a:p>
            <a:pPr marL="342900" indent="-342900">
              <a:buFont typeface="+mj-lt"/>
              <a:buAutoNum type="arabicPeriod"/>
            </a:pPr>
            <a:r>
              <a:rPr lang="en-IN" dirty="0"/>
              <a:t>If they are not interested in further education, interested in other course or want to do full-time MBA ignore those.</a:t>
            </a:r>
          </a:p>
          <a:p>
            <a:pPr marL="0" indent="0">
              <a:buNone/>
            </a:pPr>
            <a:r>
              <a:rPr lang="en-IN" sz="1800" b="1" dirty="0"/>
              <a:t>Solution</a:t>
            </a:r>
          </a:p>
          <a:p>
            <a:r>
              <a:rPr lang="en-IN" dirty="0"/>
              <a:t>Most </a:t>
            </a:r>
            <a:r>
              <a:rPr lang="en-US" dirty="0"/>
              <a:t>of the leads are coming from unemployed professionals we can target laid off  professional from industry. These professionals  want to upskills.</a:t>
            </a:r>
          </a:p>
          <a:p>
            <a:r>
              <a:rPr lang="en-US" dirty="0"/>
              <a:t>Google is most lead generator for X-education increase the add spent could help.</a:t>
            </a:r>
          </a:p>
          <a:p>
            <a:r>
              <a:rPr lang="en-US" dirty="0"/>
              <a:t>Make changes in website like improve UI, add free course, host educational events etc. this  will increase the engagement on the website.</a:t>
            </a:r>
          </a:p>
          <a:p>
            <a:r>
              <a:rPr lang="en-US" dirty="0"/>
              <a:t>Add referral rewards for the existing student because referral students has good conversion rate.</a:t>
            </a:r>
          </a:p>
        </p:txBody>
      </p:sp>
    </p:spTree>
    <p:extLst>
      <p:ext uri="{BB962C8B-B14F-4D97-AF65-F5344CB8AC3E}">
        <p14:creationId xmlns:p14="http://schemas.microsoft.com/office/powerpoint/2010/main" val="4171821254"/>
      </p:ext>
    </p:extLst>
  </p:cSld>
  <p:clrMapOvr>
    <a:masterClrMapping/>
  </p:clrMapOvr>
</p:sld>
</file>

<file path=ppt/theme/theme1.xml><?xml version="1.0" encoding="utf-8"?>
<a:theme xmlns:a="http://schemas.openxmlformats.org/drawingml/2006/main" name="Greener acres">
  <a:themeElements>
    <a:clrScheme name="Custom 74">
      <a:dk1>
        <a:srgbClr val="01463E"/>
      </a:dk1>
      <a:lt1>
        <a:sysClr val="window" lastClr="FFFFFF"/>
      </a:lt1>
      <a:dk2>
        <a:srgbClr val="000000"/>
      </a:dk2>
      <a:lt2>
        <a:srgbClr val="FFFFFF"/>
      </a:lt2>
      <a:accent1>
        <a:srgbClr val="88B1CA"/>
      </a:accent1>
      <a:accent2>
        <a:srgbClr val="E15544"/>
      </a:accent2>
      <a:accent3>
        <a:srgbClr val="E37A8B"/>
      </a:accent3>
      <a:accent4>
        <a:srgbClr val="8AB9A8"/>
      </a:accent4>
      <a:accent5>
        <a:srgbClr val="A28CD2"/>
      </a:accent5>
      <a:accent6>
        <a:srgbClr val="EBE1D8"/>
      </a:accent6>
      <a:hlink>
        <a:srgbClr val="467886"/>
      </a:hlink>
      <a:folHlink>
        <a:srgbClr val="96607D"/>
      </a:folHlink>
    </a:clrScheme>
    <a:fontScheme name="Custom 21">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B-B01_Document_win32_LW_V6" id="{D7C51510-76B3-4E3E-B1F1-02C5966E46FE}" vid="{7A8C32E0-CE1D-4A5A-82D6-24B0B725BB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TotalTime>
  <Words>2469</Words>
  <Application>Microsoft Office PowerPoint</Application>
  <PresentationFormat>Widescreen</PresentationFormat>
  <Paragraphs>164</Paragraphs>
  <Slides>10</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Avenir Next LT Pro</vt:lpstr>
      <vt:lpstr>Avenir Next LT Pro Light</vt:lpstr>
      <vt:lpstr>Calibri</vt:lpstr>
      <vt:lpstr>Greener acres</vt:lpstr>
      <vt:lpstr>Business and Technical Insights for X education </vt:lpstr>
      <vt:lpstr>Introduction to Logistic Regression in Business</vt:lpstr>
      <vt:lpstr>Business Problem: Improving Sales Conversion</vt:lpstr>
      <vt:lpstr>Business Value and Impact</vt:lpstr>
      <vt:lpstr>Exploratory Data Analysis (EDA)</vt:lpstr>
      <vt:lpstr>Data Preparation for Machine Learning</vt:lpstr>
      <vt:lpstr>Feature Selection using RFE and VIF</vt:lpstr>
      <vt:lpstr>Model Building and Evaluation</vt:lpstr>
      <vt:lpstr>Business Insights and Final Impact</vt:lpstr>
      <vt:lpstr>Solutions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and Technical Insights for X education</dc:title>
  <dc:creator>ambar1026@outlook.com</dc:creator>
  <cp:lastModifiedBy>ambar chaudhari</cp:lastModifiedBy>
  <cp:revision>6</cp:revision>
  <dcterms:modified xsi:type="dcterms:W3CDTF">2026-08-21T15:55:24Z</dcterms:modified>
</cp:coreProperties>
</file>